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66" r:id="rId2"/>
    <p:sldMasterId id="2147483677" r:id="rId3"/>
  </p:sldMasterIdLst>
  <p:sldIdLst>
    <p:sldId id="256" r:id="rId4"/>
    <p:sldId id="273" r:id="rId5"/>
    <p:sldId id="279" r:id="rId6"/>
    <p:sldId id="306" r:id="rId7"/>
    <p:sldId id="308" r:id="rId8"/>
    <p:sldId id="275" r:id="rId9"/>
    <p:sldId id="307" r:id="rId10"/>
    <p:sldId id="280" r:id="rId11"/>
    <p:sldId id="311" r:id="rId12"/>
    <p:sldId id="312" r:id="rId13"/>
    <p:sldId id="310" r:id="rId14"/>
    <p:sldId id="272" r:id="rId15"/>
    <p:sldId id="303" r:id="rId16"/>
    <p:sldId id="304" r:id="rId17"/>
    <p:sldId id="261" r:id="rId18"/>
    <p:sldId id="262" r:id="rId19"/>
    <p:sldId id="263" r:id="rId20"/>
    <p:sldId id="305" r:id="rId21"/>
    <p:sldId id="264" r:id="rId22"/>
    <p:sldId id="267" r:id="rId23"/>
    <p:sldId id="266" r:id="rId24"/>
    <p:sldId id="265" r:id="rId25"/>
    <p:sldId id="276" r:id="rId26"/>
    <p:sldId id="291" r:id="rId27"/>
    <p:sldId id="296" r:id="rId28"/>
    <p:sldId id="297" r:id="rId29"/>
    <p:sldId id="298" r:id="rId30"/>
    <p:sldId id="292" r:id="rId31"/>
    <p:sldId id="293" r:id="rId32"/>
    <p:sldId id="302" r:id="rId33"/>
    <p:sldId id="283" r:id="rId34"/>
    <p:sldId id="270" r:id="rId35"/>
    <p:sldId id="289" r:id="rId36"/>
    <p:sldId id="294" r:id="rId37"/>
    <p:sldId id="295" r:id="rId38"/>
    <p:sldId id="301" r:id="rId39"/>
    <p:sldId id="300" r:id="rId40"/>
    <p:sldId id="290" r:id="rId41"/>
    <p:sldId id="299" r:id="rId42"/>
    <p:sldId id="274" r:id="rId43"/>
    <p:sldId id="285" r:id="rId44"/>
    <p:sldId id="309" r:id="rId45"/>
    <p:sldId id="313" r:id="rId46"/>
    <p:sldId id="27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DF5982-F86D-4125-8282-3D850553EC6F}" v="17" dt="2026-04-26T17:18:44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microsoft.com/office/2015/10/relationships/revisionInfo" Target="revisionInfo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chen" userId="0dc2450c-70e8-461d-b8dc-542428721ea3" providerId="ADAL" clId="{048E6219-D376-455D-BC03-8422DB28F039}"/>
    <pc:docChg chg="undo custSel addSld delSld modSld sldOrd">
      <pc:chgData name="Yuchen" userId="0dc2450c-70e8-461d-b8dc-542428721ea3" providerId="ADAL" clId="{048E6219-D376-455D-BC03-8422DB28F039}" dt="2026-04-27T02:16:43.177" v="4673"/>
      <pc:docMkLst>
        <pc:docMk/>
      </pc:docMkLst>
      <pc:sldChg chg="addSp delSp modSp mod ord modClrScheme chgLayout">
        <pc:chgData name="Yuchen" userId="0dc2450c-70e8-461d-b8dc-542428721ea3" providerId="ADAL" clId="{048E6219-D376-455D-BC03-8422DB28F039}" dt="2026-04-26T22:53:43.574" v="1934" actId="20577"/>
        <pc:sldMkLst>
          <pc:docMk/>
          <pc:sldMk cId="2524365024" sldId="261"/>
        </pc:sldMkLst>
        <pc:spChg chg="del mod ord">
          <ac:chgData name="Yuchen" userId="0dc2450c-70e8-461d-b8dc-542428721ea3" providerId="ADAL" clId="{048E6219-D376-455D-BC03-8422DB28F039}" dt="2026-04-26T22:25:25.531" v="1102" actId="700"/>
          <ac:spMkLst>
            <pc:docMk/>
            <pc:sldMk cId="2524365024" sldId="261"/>
            <ac:spMk id="2" creationId="{21808463-08FA-4E6A-925C-09EAFA361233}"/>
          </ac:spMkLst>
        </pc:spChg>
        <pc:spChg chg="add del mod ord">
          <ac:chgData name="Yuchen" userId="0dc2450c-70e8-461d-b8dc-542428721ea3" providerId="ADAL" clId="{048E6219-D376-455D-BC03-8422DB28F039}" dt="2026-04-26T22:36:03.418" v="1364" actId="700"/>
          <ac:spMkLst>
            <pc:docMk/>
            <pc:sldMk cId="2524365024" sldId="261"/>
            <ac:spMk id="3" creationId="{B2C49031-F159-4B91-BF41-4E111479633B}"/>
          </ac:spMkLst>
        </pc:spChg>
        <pc:spChg chg="del mod ord">
          <ac:chgData name="Yuchen" userId="0dc2450c-70e8-461d-b8dc-542428721ea3" providerId="ADAL" clId="{048E6219-D376-455D-BC03-8422DB28F039}" dt="2026-04-26T22:25:25.531" v="1102" actId="700"/>
          <ac:spMkLst>
            <pc:docMk/>
            <pc:sldMk cId="2524365024" sldId="261"/>
            <ac:spMk id="4" creationId="{8FC3D8FE-D71E-40BD-AD3F-483325B7A916}"/>
          </ac:spMkLst>
        </pc:spChg>
        <pc:spChg chg="add del mod ord">
          <ac:chgData name="Yuchen" userId="0dc2450c-70e8-461d-b8dc-542428721ea3" providerId="ADAL" clId="{048E6219-D376-455D-BC03-8422DB28F039}" dt="2026-04-26T22:25:30.737" v="1104" actId="478"/>
          <ac:spMkLst>
            <pc:docMk/>
            <pc:sldMk cId="2524365024" sldId="261"/>
            <ac:spMk id="6" creationId="{BC543145-5398-47FF-BC00-92F208F37809}"/>
          </ac:spMkLst>
        </pc:spChg>
        <pc:spChg chg="add mod ord">
          <ac:chgData name="Yuchen" userId="0dc2450c-70e8-461d-b8dc-542428721ea3" providerId="ADAL" clId="{048E6219-D376-455D-BC03-8422DB28F039}" dt="2026-04-26T22:53:43.574" v="1934" actId="20577"/>
          <ac:spMkLst>
            <pc:docMk/>
            <pc:sldMk cId="2524365024" sldId="261"/>
            <ac:spMk id="8" creationId="{EE52AC2D-6199-4C6E-B7B8-17200AD19784}"/>
          </ac:spMkLst>
        </pc:spChg>
        <pc:spChg chg="add del mod ord">
          <ac:chgData name="Yuchen" userId="0dc2450c-70e8-461d-b8dc-542428721ea3" providerId="ADAL" clId="{048E6219-D376-455D-BC03-8422DB28F039}" dt="2026-04-26T22:36:09.256" v="1366" actId="478"/>
          <ac:spMkLst>
            <pc:docMk/>
            <pc:sldMk cId="2524365024" sldId="261"/>
            <ac:spMk id="9" creationId="{B6F64E86-20C7-4FC0-8943-EADCC41E9AE3}"/>
          </ac:spMkLst>
        </pc:spChg>
        <pc:picChg chg="mod ord">
          <ac:chgData name="Yuchen" userId="0dc2450c-70e8-461d-b8dc-542428721ea3" providerId="ADAL" clId="{048E6219-D376-455D-BC03-8422DB28F039}" dt="2026-04-26T22:36:06.509" v="1365" actId="1076"/>
          <ac:picMkLst>
            <pc:docMk/>
            <pc:sldMk cId="2524365024" sldId="261"/>
            <ac:picMk id="5" creationId="{F9E77196-DEFC-4145-96F8-72924B1BCC55}"/>
          </ac:picMkLst>
        </pc:picChg>
        <pc:picChg chg="mod">
          <ac:chgData name="Yuchen" userId="0dc2450c-70e8-461d-b8dc-542428721ea3" providerId="ADAL" clId="{048E6219-D376-455D-BC03-8422DB28F039}" dt="2026-04-26T22:36:28.745" v="1367" actId="1076"/>
          <ac:picMkLst>
            <pc:docMk/>
            <pc:sldMk cId="2524365024" sldId="261"/>
            <ac:picMk id="7" creationId="{11657C17-674B-4F66-A59F-E2B9361F751B}"/>
          </ac:picMkLst>
        </pc:picChg>
      </pc:sldChg>
      <pc:sldChg chg="addSp delSp modSp mod modClrScheme chgLayout">
        <pc:chgData name="Yuchen" userId="0dc2450c-70e8-461d-b8dc-542428721ea3" providerId="ADAL" clId="{048E6219-D376-455D-BC03-8422DB28F039}" dt="2026-04-26T22:44:35.691" v="1778" actId="1076"/>
        <pc:sldMkLst>
          <pc:docMk/>
          <pc:sldMk cId="3397134877" sldId="262"/>
        </pc:sldMkLst>
        <pc:spChg chg="del mod ord">
          <ac:chgData name="Yuchen" userId="0dc2450c-70e8-461d-b8dc-542428721ea3" providerId="ADAL" clId="{048E6219-D376-455D-BC03-8422DB28F039}" dt="2026-04-26T22:29:55.260" v="1109" actId="700"/>
          <ac:spMkLst>
            <pc:docMk/>
            <pc:sldMk cId="3397134877" sldId="262"/>
            <ac:spMk id="2" creationId="{B3E7093A-F7C2-4F2A-A3C3-0563484E0BC8}"/>
          </ac:spMkLst>
        </pc:spChg>
        <pc:spChg chg="add mod ord">
          <ac:chgData name="Yuchen" userId="0dc2450c-70e8-461d-b8dc-542428721ea3" providerId="ADAL" clId="{048E6219-D376-455D-BC03-8422DB28F039}" dt="2026-04-26T22:30:53.345" v="1242" actId="20577"/>
          <ac:spMkLst>
            <pc:docMk/>
            <pc:sldMk cId="3397134877" sldId="262"/>
            <ac:spMk id="3" creationId="{93311B9E-8ED4-4049-803C-418C18DFE59F}"/>
          </ac:spMkLst>
        </pc:spChg>
        <pc:spChg chg="del mod ord">
          <ac:chgData name="Yuchen" userId="0dc2450c-70e8-461d-b8dc-542428721ea3" providerId="ADAL" clId="{048E6219-D376-455D-BC03-8422DB28F039}" dt="2026-04-26T22:29:55.260" v="1109" actId="700"/>
          <ac:spMkLst>
            <pc:docMk/>
            <pc:sldMk cId="3397134877" sldId="262"/>
            <ac:spMk id="4" creationId="{3F6F0DD1-EF4B-4D00-A573-29A5DE6CD1A9}"/>
          </ac:spMkLst>
        </pc:spChg>
        <pc:spChg chg="add del mod ord">
          <ac:chgData name="Yuchen" userId="0dc2450c-70e8-461d-b8dc-542428721ea3" providerId="ADAL" clId="{048E6219-D376-455D-BC03-8422DB28F039}" dt="2026-04-26T22:29:59.587" v="1111" actId="478"/>
          <ac:spMkLst>
            <pc:docMk/>
            <pc:sldMk cId="3397134877" sldId="262"/>
            <ac:spMk id="5" creationId="{6C429071-1626-44DA-B724-D0B57EF6061D}"/>
          </ac:spMkLst>
        </pc:spChg>
        <pc:spChg chg="add mod">
          <ac:chgData name="Yuchen" userId="0dc2450c-70e8-461d-b8dc-542428721ea3" providerId="ADAL" clId="{048E6219-D376-455D-BC03-8422DB28F039}" dt="2026-04-26T22:44:35.691" v="1778" actId="1076"/>
          <ac:spMkLst>
            <pc:docMk/>
            <pc:sldMk cId="3397134877" sldId="262"/>
            <ac:spMk id="7" creationId="{F18C1ADF-F034-4B28-A101-61F1AF4ADB19}"/>
          </ac:spMkLst>
        </pc:spChg>
        <pc:picChg chg="mod ord">
          <ac:chgData name="Yuchen" userId="0dc2450c-70e8-461d-b8dc-542428721ea3" providerId="ADAL" clId="{048E6219-D376-455D-BC03-8422DB28F039}" dt="2026-04-26T22:43:48.023" v="1757" actId="1076"/>
          <ac:picMkLst>
            <pc:docMk/>
            <pc:sldMk cId="3397134877" sldId="262"/>
            <ac:picMk id="6" creationId="{7C355B6D-02E8-4A83-8CCE-342D9151DA18}"/>
          </ac:picMkLst>
        </pc:picChg>
        <pc:picChg chg="mod">
          <ac:chgData name="Yuchen" userId="0dc2450c-70e8-461d-b8dc-542428721ea3" providerId="ADAL" clId="{048E6219-D376-455D-BC03-8422DB28F039}" dt="2026-04-26T22:30:18.312" v="1116" actId="1582"/>
          <ac:picMkLst>
            <pc:docMk/>
            <pc:sldMk cId="3397134877" sldId="262"/>
            <ac:picMk id="8" creationId="{363E32CE-04FF-47DC-8C99-8D6A72EDE4A7}"/>
          </ac:picMkLst>
        </pc:picChg>
        <pc:cxnChg chg="add del mod">
          <ac:chgData name="Yuchen" userId="0dc2450c-70e8-461d-b8dc-542428721ea3" providerId="ADAL" clId="{048E6219-D376-455D-BC03-8422DB28F039}" dt="2026-04-26T22:44:06.578" v="1772" actId="11529"/>
          <ac:cxnSpMkLst>
            <pc:docMk/>
            <pc:sldMk cId="3397134877" sldId="262"/>
            <ac:cxnSpMk id="10" creationId="{EF4EFAA0-E597-49B0-B297-9686C3406D32}"/>
          </ac:cxnSpMkLst>
        </pc:cxnChg>
        <pc:cxnChg chg="add del mod">
          <ac:chgData name="Yuchen" userId="0dc2450c-70e8-461d-b8dc-542428721ea3" providerId="ADAL" clId="{048E6219-D376-455D-BC03-8422DB28F039}" dt="2026-04-26T22:44:06.136" v="1771" actId="11529"/>
          <ac:cxnSpMkLst>
            <pc:docMk/>
            <pc:sldMk cId="3397134877" sldId="262"/>
            <ac:cxnSpMk id="12" creationId="{7D1B4837-2D28-43E0-A4F3-023F8CD5E314}"/>
          </ac:cxnSpMkLst>
        </pc:cxnChg>
        <pc:cxnChg chg="add mod">
          <ac:chgData name="Yuchen" userId="0dc2450c-70e8-461d-b8dc-542428721ea3" providerId="ADAL" clId="{048E6219-D376-455D-BC03-8422DB28F039}" dt="2026-04-26T22:44:35.691" v="1778" actId="1076"/>
          <ac:cxnSpMkLst>
            <pc:docMk/>
            <pc:sldMk cId="3397134877" sldId="262"/>
            <ac:cxnSpMk id="20" creationId="{677C58E2-0A5C-4ED5-8BFA-0B89C496FC5C}"/>
          </ac:cxnSpMkLst>
        </pc:cxnChg>
      </pc:sldChg>
      <pc:sldChg chg="addSp delSp modSp mod modClrScheme chgLayout">
        <pc:chgData name="Yuchen" userId="0dc2450c-70e8-461d-b8dc-542428721ea3" providerId="ADAL" clId="{048E6219-D376-455D-BC03-8422DB28F039}" dt="2026-04-26T22:31:11.022" v="1254" actId="5793"/>
        <pc:sldMkLst>
          <pc:docMk/>
          <pc:sldMk cId="775334626" sldId="263"/>
        </pc:sldMkLst>
        <pc:spChg chg="del mod ord">
          <ac:chgData name="Yuchen" userId="0dc2450c-70e8-461d-b8dc-542428721ea3" providerId="ADAL" clId="{048E6219-D376-455D-BC03-8422DB28F039}" dt="2026-04-26T22:23:43.907" v="1091" actId="700"/>
          <ac:spMkLst>
            <pc:docMk/>
            <pc:sldMk cId="775334626" sldId="263"/>
            <ac:spMk id="2" creationId="{C9948E89-42E0-4540-98EC-E302EEB4A3E3}"/>
          </ac:spMkLst>
        </pc:spChg>
        <pc:spChg chg="add mod ord">
          <ac:chgData name="Yuchen" userId="0dc2450c-70e8-461d-b8dc-542428721ea3" providerId="ADAL" clId="{048E6219-D376-455D-BC03-8422DB28F039}" dt="2026-04-26T22:31:11.022" v="1254" actId="5793"/>
          <ac:spMkLst>
            <pc:docMk/>
            <pc:sldMk cId="775334626" sldId="263"/>
            <ac:spMk id="3" creationId="{4DADC2F1-3906-49AA-9742-CC05E7ED6BA8}"/>
          </ac:spMkLst>
        </pc:spChg>
        <pc:spChg chg="del mod ord">
          <ac:chgData name="Yuchen" userId="0dc2450c-70e8-461d-b8dc-542428721ea3" providerId="ADAL" clId="{048E6219-D376-455D-BC03-8422DB28F039}" dt="2026-04-26T22:23:43.907" v="1091" actId="700"/>
          <ac:spMkLst>
            <pc:docMk/>
            <pc:sldMk cId="775334626" sldId="263"/>
            <ac:spMk id="4" creationId="{03877919-F4AD-4456-84C3-445F01CC139B}"/>
          </ac:spMkLst>
        </pc:spChg>
        <pc:spChg chg="add mod">
          <ac:chgData name="Yuchen" userId="0dc2450c-70e8-461d-b8dc-542428721ea3" providerId="ADAL" clId="{048E6219-D376-455D-BC03-8422DB28F039}" dt="2026-04-26T22:23:37.519" v="1089" actId="1076"/>
          <ac:spMkLst>
            <pc:docMk/>
            <pc:sldMk cId="775334626" sldId="263"/>
            <ac:spMk id="6" creationId="{7DD0CC78-8D74-47E8-BFF7-0D054A2EC7B7}"/>
          </ac:spMkLst>
        </pc:spChg>
        <pc:spChg chg="add mod">
          <ac:chgData name="Yuchen" userId="0dc2450c-70e8-461d-b8dc-542428721ea3" providerId="ADAL" clId="{048E6219-D376-455D-BC03-8422DB28F039}" dt="2026-04-26T22:23:37.519" v="1089" actId="1076"/>
          <ac:spMkLst>
            <pc:docMk/>
            <pc:sldMk cId="775334626" sldId="263"/>
            <ac:spMk id="7" creationId="{FE6E1F4D-20B5-4E23-8A7D-B8DACA904223}"/>
          </ac:spMkLst>
        </pc:spChg>
        <pc:spChg chg="add del mod ord">
          <ac:chgData name="Yuchen" userId="0dc2450c-70e8-461d-b8dc-542428721ea3" providerId="ADAL" clId="{048E6219-D376-455D-BC03-8422DB28F039}" dt="2026-04-26T22:23:50.374" v="1092" actId="478"/>
          <ac:spMkLst>
            <pc:docMk/>
            <pc:sldMk cId="775334626" sldId="263"/>
            <ac:spMk id="8" creationId="{301E85A7-2907-4BE0-B016-27C53D2C1D65}"/>
          </ac:spMkLst>
        </pc:spChg>
        <pc:picChg chg="mod ord">
          <ac:chgData name="Yuchen" userId="0dc2450c-70e8-461d-b8dc-542428721ea3" providerId="ADAL" clId="{048E6219-D376-455D-BC03-8422DB28F039}" dt="2026-04-26T22:24:11.005" v="1096" actId="14861"/>
          <ac:picMkLst>
            <pc:docMk/>
            <pc:sldMk cId="775334626" sldId="263"/>
            <ac:picMk id="5" creationId="{A09C6566-73D6-4C78-974C-064749DB853E}"/>
          </ac:picMkLst>
        </pc:picChg>
      </pc:sldChg>
      <pc:sldChg chg="addSp delSp modSp mod modClrScheme chgLayout">
        <pc:chgData name="Yuchen" userId="0dc2450c-70e8-461d-b8dc-542428721ea3" providerId="ADAL" clId="{048E6219-D376-455D-BC03-8422DB28F039}" dt="2026-04-27T02:15:47.716" v="4672" actId="20577"/>
        <pc:sldMkLst>
          <pc:docMk/>
          <pc:sldMk cId="71853433" sldId="264"/>
        </pc:sldMkLst>
        <pc:spChg chg="del mod ord">
          <ac:chgData name="Yuchen" userId="0dc2450c-70e8-461d-b8dc-542428721ea3" providerId="ADAL" clId="{048E6219-D376-455D-BC03-8422DB28F039}" dt="2026-04-26T22:36:37.103" v="1368" actId="700"/>
          <ac:spMkLst>
            <pc:docMk/>
            <pc:sldMk cId="71853433" sldId="264"/>
            <ac:spMk id="2" creationId="{1D5EAD68-487D-4E05-B2A4-51033C1100A4}"/>
          </ac:spMkLst>
        </pc:spChg>
        <pc:spChg chg="add mod ord">
          <ac:chgData name="Yuchen" userId="0dc2450c-70e8-461d-b8dc-542428721ea3" providerId="ADAL" clId="{048E6219-D376-455D-BC03-8422DB28F039}" dt="2026-04-27T02:15:47.716" v="4672" actId="20577"/>
          <ac:spMkLst>
            <pc:docMk/>
            <pc:sldMk cId="71853433" sldId="264"/>
            <ac:spMk id="3" creationId="{888645FA-96BD-4219-AB7C-A718E421F51F}"/>
          </ac:spMkLst>
        </pc:spChg>
        <pc:spChg chg="del mod ord">
          <ac:chgData name="Yuchen" userId="0dc2450c-70e8-461d-b8dc-542428721ea3" providerId="ADAL" clId="{048E6219-D376-455D-BC03-8422DB28F039}" dt="2026-04-26T22:36:37.103" v="1368" actId="700"/>
          <ac:spMkLst>
            <pc:docMk/>
            <pc:sldMk cId="71853433" sldId="264"/>
            <ac:spMk id="4" creationId="{0614EC86-F9C6-4258-BA0F-2DBD54B022C0}"/>
          </ac:spMkLst>
        </pc:spChg>
        <pc:spChg chg="add del mod ord">
          <ac:chgData name="Yuchen" userId="0dc2450c-70e8-461d-b8dc-542428721ea3" providerId="ADAL" clId="{048E6219-D376-455D-BC03-8422DB28F039}" dt="2026-04-26T22:36:41.752" v="1370" actId="478"/>
          <ac:spMkLst>
            <pc:docMk/>
            <pc:sldMk cId="71853433" sldId="264"/>
            <ac:spMk id="6" creationId="{5036566B-DF9E-4843-BC8F-C74D32C84622}"/>
          </ac:spMkLst>
        </pc:spChg>
        <pc:picChg chg="mod ord">
          <ac:chgData name="Yuchen" userId="0dc2450c-70e8-461d-b8dc-542428721ea3" providerId="ADAL" clId="{048E6219-D376-455D-BC03-8422DB28F039}" dt="2026-04-26T22:36:51.905" v="1371" actId="1076"/>
          <ac:picMkLst>
            <pc:docMk/>
            <pc:sldMk cId="71853433" sldId="264"/>
            <ac:picMk id="5" creationId="{4807E442-319A-4923-95DE-2CFF4C3B7FAF}"/>
          </ac:picMkLst>
        </pc:picChg>
      </pc:sldChg>
      <pc:sldChg chg="addSp delSp modSp mod modClrScheme chgLayout">
        <pc:chgData name="Yuchen" userId="0dc2450c-70e8-461d-b8dc-542428721ea3" providerId="ADAL" clId="{048E6219-D376-455D-BC03-8422DB28F039}" dt="2026-04-26T22:31:18.764" v="1267" actId="20577"/>
        <pc:sldMkLst>
          <pc:docMk/>
          <pc:sldMk cId="3431451803" sldId="265"/>
        </pc:sldMkLst>
        <pc:spChg chg="del mod ord">
          <ac:chgData name="Yuchen" userId="0dc2450c-70e8-461d-b8dc-542428721ea3" providerId="ADAL" clId="{048E6219-D376-455D-BC03-8422DB28F039}" dt="2026-04-26T22:15:29.389" v="877" actId="700"/>
          <ac:spMkLst>
            <pc:docMk/>
            <pc:sldMk cId="3431451803" sldId="265"/>
            <ac:spMk id="2" creationId="{721FFDA4-4660-4068-80CB-C7891FD6965D}"/>
          </ac:spMkLst>
        </pc:spChg>
        <pc:spChg chg="add mod ord">
          <ac:chgData name="Yuchen" userId="0dc2450c-70e8-461d-b8dc-542428721ea3" providerId="ADAL" clId="{048E6219-D376-455D-BC03-8422DB28F039}" dt="2026-04-26T22:31:18.764" v="1267" actId="20577"/>
          <ac:spMkLst>
            <pc:docMk/>
            <pc:sldMk cId="3431451803" sldId="265"/>
            <ac:spMk id="3" creationId="{073D9FE8-3014-4592-92FD-811AA9F473CB}"/>
          </ac:spMkLst>
        </pc:spChg>
        <pc:spChg chg="del">
          <ac:chgData name="Yuchen" userId="0dc2450c-70e8-461d-b8dc-542428721ea3" providerId="ADAL" clId="{048E6219-D376-455D-BC03-8422DB28F039}" dt="2026-04-26T22:15:18.856" v="876" actId="478"/>
          <ac:spMkLst>
            <pc:docMk/>
            <pc:sldMk cId="3431451803" sldId="265"/>
            <ac:spMk id="4" creationId="{30FEE654-CC8C-4474-A234-FEDDB274F5DE}"/>
          </ac:spMkLst>
        </pc:spChg>
        <pc:spChg chg="add del mod ord">
          <ac:chgData name="Yuchen" userId="0dc2450c-70e8-461d-b8dc-542428721ea3" providerId="ADAL" clId="{048E6219-D376-455D-BC03-8422DB28F039}" dt="2026-04-26T22:16:12.173" v="1022" actId="478"/>
          <ac:spMkLst>
            <pc:docMk/>
            <pc:sldMk cId="3431451803" sldId="265"/>
            <ac:spMk id="5" creationId="{AE4A669E-8750-445D-81A8-2DC3744B7CF4}"/>
          </ac:spMkLst>
        </pc:spChg>
        <pc:spChg chg="add mod">
          <ac:chgData name="Yuchen" userId="0dc2450c-70e8-461d-b8dc-542428721ea3" providerId="ADAL" clId="{048E6219-D376-455D-BC03-8422DB28F039}" dt="2026-04-26T22:22:20.969" v="1076" actId="14861"/>
          <ac:spMkLst>
            <pc:docMk/>
            <pc:sldMk cId="3431451803" sldId="265"/>
            <ac:spMk id="7" creationId="{129838A9-E592-4301-BFE5-A97C42DDD254}"/>
          </ac:spMkLst>
        </pc:spChg>
        <pc:spChg chg="add mod">
          <ac:chgData name="Yuchen" userId="0dc2450c-70e8-461d-b8dc-542428721ea3" providerId="ADAL" clId="{048E6219-D376-455D-BC03-8422DB28F039}" dt="2026-04-26T22:22:20.969" v="1076" actId="14861"/>
          <ac:spMkLst>
            <pc:docMk/>
            <pc:sldMk cId="3431451803" sldId="265"/>
            <ac:spMk id="9" creationId="{3D4134E8-C0D0-4A00-AA63-666C82280B85}"/>
          </ac:spMkLst>
        </pc:spChg>
        <pc:spChg chg="add mod">
          <ac:chgData name="Yuchen" userId="0dc2450c-70e8-461d-b8dc-542428721ea3" providerId="ADAL" clId="{048E6219-D376-455D-BC03-8422DB28F039}" dt="2026-04-26T22:23:16.198" v="1085" actId="1076"/>
          <ac:spMkLst>
            <pc:docMk/>
            <pc:sldMk cId="3431451803" sldId="265"/>
            <ac:spMk id="10" creationId="{BBF0F056-5FFA-4BB6-9A71-A95B64F4F1E8}"/>
          </ac:spMkLst>
        </pc:spChg>
        <pc:spChg chg="add mod">
          <ac:chgData name="Yuchen" userId="0dc2450c-70e8-461d-b8dc-542428721ea3" providerId="ADAL" clId="{048E6219-D376-455D-BC03-8422DB28F039}" dt="2026-04-26T22:23:05.201" v="1084" actId="1076"/>
          <ac:spMkLst>
            <pc:docMk/>
            <pc:sldMk cId="3431451803" sldId="265"/>
            <ac:spMk id="11" creationId="{AA982AD0-E1BC-429F-98B7-64F164E678E4}"/>
          </ac:spMkLst>
        </pc:spChg>
        <pc:picChg chg="mod ord">
          <ac:chgData name="Yuchen" userId="0dc2450c-70e8-461d-b8dc-542428721ea3" providerId="ADAL" clId="{048E6219-D376-455D-BC03-8422DB28F039}" dt="2026-04-26T22:16:38.281" v="1027" actId="1076"/>
          <ac:picMkLst>
            <pc:docMk/>
            <pc:sldMk cId="3431451803" sldId="265"/>
            <ac:picMk id="6" creationId="{DD3D0E58-2825-42FD-8788-CE40A4084040}"/>
          </ac:picMkLst>
        </pc:picChg>
        <pc:picChg chg="mod">
          <ac:chgData name="Yuchen" userId="0dc2450c-70e8-461d-b8dc-542428721ea3" providerId="ADAL" clId="{048E6219-D376-455D-BC03-8422DB28F039}" dt="2026-04-26T22:23:24.513" v="1086" actId="1076"/>
          <ac:picMkLst>
            <pc:docMk/>
            <pc:sldMk cId="3431451803" sldId="265"/>
            <ac:picMk id="8" creationId="{D83E47F4-8BC0-4E37-8BC0-DEAE9EF96551}"/>
          </ac:picMkLst>
        </pc:picChg>
      </pc:sldChg>
      <pc:sldChg chg="addSp delSp modSp mod modClrScheme chgLayout">
        <pc:chgData name="Yuchen" userId="0dc2450c-70e8-461d-b8dc-542428721ea3" providerId="ADAL" clId="{048E6219-D376-455D-BC03-8422DB28F039}" dt="2026-04-26T22:32:40.243" v="1352" actId="1076"/>
        <pc:sldMkLst>
          <pc:docMk/>
          <pc:sldMk cId="3595109887" sldId="266"/>
        </pc:sldMkLst>
        <pc:spChg chg="del mod ord">
          <ac:chgData name="Yuchen" userId="0dc2450c-70e8-461d-b8dc-542428721ea3" providerId="ADAL" clId="{048E6219-D376-455D-BC03-8422DB28F039}" dt="2026-04-26T22:31:33.295" v="1271" actId="700"/>
          <ac:spMkLst>
            <pc:docMk/>
            <pc:sldMk cId="3595109887" sldId="266"/>
            <ac:spMk id="2" creationId="{F9560EFC-9D2C-4BEF-8A5F-B26D08F6CBBE}"/>
          </ac:spMkLst>
        </pc:spChg>
        <pc:spChg chg="add mod ord">
          <ac:chgData name="Yuchen" userId="0dc2450c-70e8-461d-b8dc-542428721ea3" providerId="ADAL" clId="{048E6219-D376-455D-BC03-8422DB28F039}" dt="2026-04-26T22:32:27.597" v="1350" actId="20577"/>
          <ac:spMkLst>
            <pc:docMk/>
            <pc:sldMk cId="3595109887" sldId="266"/>
            <ac:spMk id="3" creationId="{C0D7DD9A-FFBF-4F8A-ADC9-33CEB1A0F1CD}"/>
          </ac:spMkLst>
        </pc:spChg>
        <pc:spChg chg="del mod ord">
          <ac:chgData name="Yuchen" userId="0dc2450c-70e8-461d-b8dc-542428721ea3" providerId="ADAL" clId="{048E6219-D376-455D-BC03-8422DB28F039}" dt="2026-04-26T22:31:33.295" v="1271" actId="700"/>
          <ac:spMkLst>
            <pc:docMk/>
            <pc:sldMk cId="3595109887" sldId="266"/>
            <ac:spMk id="4" creationId="{DD878A09-91C5-4FBD-9891-8069E198BC71}"/>
          </ac:spMkLst>
        </pc:spChg>
        <pc:spChg chg="add del mod ord">
          <ac:chgData name="Yuchen" userId="0dc2450c-70e8-461d-b8dc-542428721ea3" providerId="ADAL" clId="{048E6219-D376-455D-BC03-8422DB28F039}" dt="2026-04-26T22:31:39.268" v="1274" actId="478"/>
          <ac:spMkLst>
            <pc:docMk/>
            <pc:sldMk cId="3595109887" sldId="266"/>
            <ac:spMk id="5" creationId="{6659D52B-BF30-4054-AFAA-11D4B780B246}"/>
          </ac:spMkLst>
        </pc:spChg>
        <pc:spChg chg="mod">
          <ac:chgData name="Yuchen" userId="0dc2450c-70e8-461d-b8dc-542428721ea3" providerId="ADAL" clId="{048E6219-D376-455D-BC03-8422DB28F039}" dt="2026-04-26T22:32:33.598" v="1351" actId="1076"/>
          <ac:spMkLst>
            <pc:docMk/>
            <pc:sldMk cId="3595109887" sldId="266"/>
            <ac:spMk id="9" creationId="{E4C9C72C-CDBF-4F21-BCB9-864B4A882552}"/>
          </ac:spMkLst>
        </pc:spChg>
        <pc:picChg chg="mod ord">
          <ac:chgData name="Yuchen" userId="0dc2450c-70e8-461d-b8dc-542428721ea3" providerId="ADAL" clId="{048E6219-D376-455D-BC03-8422DB28F039}" dt="2026-04-26T22:32:40.243" v="1352" actId="1076"/>
          <ac:picMkLst>
            <pc:docMk/>
            <pc:sldMk cId="3595109887" sldId="266"/>
            <ac:picMk id="6" creationId="{61E2EF54-D4A1-4B1D-8D78-E36C7403FD45}"/>
          </ac:picMkLst>
        </pc:picChg>
      </pc:sldChg>
      <pc:sldChg chg="addSp delSp modSp mod modClrScheme chgLayout">
        <pc:chgData name="Yuchen" userId="0dc2450c-70e8-461d-b8dc-542428721ea3" providerId="ADAL" clId="{048E6219-D376-455D-BC03-8422DB28F039}" dt="2026-04-26T22:34:55.173" v="1363" actId="20577"/>
        <pc:sldMkLst>
          <pc:docMk/>
          <pc:sldMk cId="2262501984" sldId="267"/>
        </pc:sldMkLst>
        <pc:spChg chg="del mod ord">
          <ac:chgData name="Yuchen" userId="0dc2450c-70e8-461d-b8dc-542428721ea3" providerId="ADAL" clId="{048E6219-D376-455D-BC03-8422DB28F039}" dt="2026-04-26T22:34:21.457" v="1353" actId="700"/>
          <ac:spMkLst>
            <pc:docMk/>
            <pc:sldMk cId="2262501984" sldId="267"/>
            <ac:spMk id="2" creationId="{C27C37E6-1631-4966-B570-F479801EA425}"/>
          </ac:spMkLst>
        </pc:spChg>
        <pc:spChg chg="add mod ord">
          <ac:chgData name="Yuchen" userId="0dc2450c-70e8-461d-b8dc-542428721ea3" providerId="ADAL" clId="{048E6219-D376-455D-BC03-8422DB28F039}" dt="2026-04-26T22:34:55.173" v="1363" actId="20577"/>
          <ac:spMkLst>
            <pc:docMk/>
            <pc:sldMk cId="2262501984" sldId="267"/>
            <ac:spMk id="3" creationId="{1E8167B3-08D1-4853-9309-9564C2E9A519}"/>
          </ac:spMkLst>
        </pc:spChg>
        <pc:spChg chg="add del mod ord">
          <ac:chgData name="Yuchen" userId="0dc2450c-70e8-461d-b8dc-542428721ea3" providerId="ADAL" clId="{048E6219-D376-455D-BC03-8422DB28F039}" dt="2026-04-26T22:34:27.079" v="1356" actId="478"/>
          <ac:spMkLst>
            <pc:docMk/>
            <pc:sldMk cId="2262501984" sldId="267"/>
            <ac:spMk id="4" creationId="{02C41ED0-A02A-456A-BCD3-83F3CC90943A}"/>
          </ac:spMkLst>
        </pc:spChg>
        <pc:picChg chg="mod">
          <ac:chgData name="Yuchen" userId="0dc2450c-70e8-461d-b8dc-542428721ea3" providerId="ADAL" clId="{048E6219-D376-455D-BC03-8422DB28F039}" dt="2026-04-26T22:34:30.166" v="1357" actId="1076"/>
          <ac:picMkLst>
            <pc:docMk/>
            <pc:sldMk cId="2262501984" sldId="267"/>
            <ac:picMk id="11" creationId="{85D98048-F1D4-440C-ADB8-3F3B0A4ACF77}"/>
          </ac:picMkLst>
        </pc:picChg>
        <pc:picChg chg="mod ord">
          <ac:chgData name="Yuchen" userId="0dc2450c-70e8-461d-b8dc-542428721ea3" providerId="ADAL" clId="{048E6219-D376-455D-BC03-8422DB28F039}" dt="2026-04-26T22:34:25.307" v="1355" actId="1076"/>
          <ac:picMkLst>
            <pc:docMk/>
            <pc:sldMk cId="2262501984" sldId="267"/>
            <ac:picMk id="15" creationId="{D13CBD68-81AB-4013-A788-DB022A330FC4}"/>
          </ac:picMkLst>
        </pc:picChg>
      </pc:sldChg>
      <pc:sldChg chg="del">
        <pc:chgData name="Yuchen" userId="0dc2450c-70e8-461d-b8dc-542428721ea3" providerId="ADAL" clId="{048E6219-D376-455D-BC03-8422DB28F039}" dt="2026-04-26T22:15:12.286" v="875" actId="2696"/>
        <pc:sldMkLst>
          <pc:docMk/>
          <pc:sldMk cId="3223034924" sldId="269"/>
        </pc:sldMkLst>
      </pc:sldChg>
      <pc:sldChg chg="addSp delSp modSp mod">
        <pc:chgData name="Yuchen" userId="0dc2450c-70e8-461d-b8dc-542428721ea3" providerId="ADAL" clId="{048E6219-D376-455D-BC03-8422DB28F039}" dt="2026-04-27T00:48:54.758" v="3542" actId="113"/>
        <pc:sldMkLst>
          <pc:docMk/>
          <pc:sldMk cId="3270276829" sldId="274"/>
        </pc:sldMkLst>
        <pc:spChg chg="del">
          <ac:chgData name="Yuchen" userId="0dc2450c-70e8-461d-b8dc-542428721ea3" providerId="ADAL" clId="{048E6219-D376-455D-BC03-8422DB28F039}" dt="2026-04-26T22:14:54.449" v="874"/>
          <ac:spMkLst>
            <pc:docMk/>
            <pc:sldMk cId="3270276829" sldId="274"/>
            <ac:spMk id="3" creationId="{D1E4DD8B-46EE-4CDB-B35E-88580B75F384}"/>
          </ac:spMkLst>
        </pc:spChg>
        <pc:spChg chg="add mod">
          <ac:chgData name="Yuchen" userId="0dc2450c-70e8-461d-b8dc-542428721ea3" providerId="ADAL" clId="{048E6219-D376-455D-BC03-8422DB28F039}" dt="2026-04-27T00:48:54.758" v="3542" actId="113"/>
          <ac:spMkLst>
            <pc:docMk/>
            <pc:sldMk cId="3270276829" sldId="274"/>
            <ac:spMk id="4" creationId="{C9A91A19-7B9E-49F4-B0A4-660E858F82B9}"/>
          </ac:spMkLst>
        </pc:spChg>
      </pc:sldChg>
      <pc:sldChg chg="del">
        <pc:chgData name="Yuchen" userId="0dc2450c-70e8-461d-b8dc-542428721ea3" providerId="ADAL" clId="{048E6219-D376-455D-BC03-8422DB28F039}" dt="2026-04-26T22:29:09.695" v="1106" actId="47"/>
        <pc:sldMkLst>
          <pc:docMk/>
          <pc:sldMk cId="1754757834" sldId="278"/>
        </pc:sldMkLst>
      </pc:sldChg>
      <pc:sldChg chg="addSp delSp modSp mod">
        <pc:chgData name="Yuchen" userId="0dc2450c-70e8-461d-b8dc-542428721ea3" providerId="ADAL" clId="{048E6219-D376-455D-BC03-8422DB28F039}" dt="2026-04-27T01:29:38.013" v="4665" actId="20577"/>
        <pc:sldMkLst>
          <pc:docMk/>
          <pc:sldMk cId="304148067" sldId="279"/>
        </pc:sldMkLst>
        <pc:spChg chg="mod">
          <ac:chgData name="Yuchen" userId="0dc2450c-70e8-461d-b8dc-542428721ea3" providerId="ADAL" clId="{048E6219-D376-455D-BC03-8422DB28F039}" dt="2026-04-27T01:29:38.013" v="4665" actId="20577"/>
          <ac:spMkLst>
            <pc:docMk/>
            <pc:sldMk cId="304148067" sldId="279"/>
            <ac:spMk id="2" creationId="{0EE2C23E-04BF-44A2-9F34-C24422626922}"/>
          </ac:spMkLst>
        </pc:spChg>
        <pc:spChg chg="add del">
          <ac:chgData name="Yuchen" userId="0dc2450c-70e8-461d-b8dc-542428721ea3" providerId="ADAL" clId="{048E6219-D376-455D-BC03-8422DB28F039}" dt="2026-04-26T23:35:39.453" v="2439"/>
          <ac:spMkLst>
            <pc:docMk/>
            <pc:sldMk cId="304148067" sldId="279"/>
            <ac:spMk id="3" creationId="{BA4E146A-E93D-4A48-9391-9F51ADADF6BF}"/>
          </ac:spMkLst>
        </pc:spChg>
        <pc:spChg chg="mod">
          <ac:chgData name="Yuchen" userId="0dc2450c-70e8-461d-b8dc-542428721ea3" providerId="ADAL" clId="{048E6219-D376-455D-BC03-8422DB28F039}" dt="2026-04-26T23:45:21.329" v="2625" actId="113"/>
          <ac:spMkLst>
            <pc:docMk/>
            <pc:sldMk cId="304148067" sldId="279"/>
            <ac:spMk id="4" creationId="{ABE33BB2-9A29-4D7E-A246-D2859A74C732}"/>
          </ac:spMkLst>
        </pc:spChg>
        <pc:spChg chg="add del">
          <ac:chgData name="Yuchen" userId="0dc2450c-70e8-461d-b8dc-542428721ea3" providerId="ADAL" clId="{048E6219-D376-455D-BC03-8422DB28F039}" dt="2026-04-26T23:35:59.804" v="2448"/>
          <ac:spMkLst>
            <pc:docMk/>
            <pc:sldMk cId="304148067" sldId="279"/>
            <ac:spMk id="5" creationId="{FC9865E9-799B-4697-B38C-D7D59FA04374}"/>
          </ac:spMkLst>
        </pc:spChg>
        <pc:spChg chg="add del">
          <ac:chgData name="Yuchen" userId="0dc2450c-70e8-461d-b8dc-542428721ea3" providerId="ADAL" clId="{048E6219-D376-455D-BC03-8422DB28F039}" dt="2026-04-26T23:37:02.557" v="2468"/>
          <ac:spMkLst>
            <pc:docMk/>
            <pc:sldMk cId="304148067" sldId="279"/>
            <ac:spMk id="6" creationId="{9237BCD5-C9C9-4B74-84E9-7228037369A9}"/>
          </ac:spMkLst>
        </pc:spChg>
        <pc:spChg chg="add mod">
          <ac:chgData name="Yuchen" userId="0dc2450c-70e8-461d-b8dc-542428721ea3" providerId="ADAL" clId="{048E6219-D376-455D-BC03-8422DB28F039}" dt="2026-04-27T01:21:07.044" v="4618"/>
          <ac:spMkLst>
            <pc:docMk/>
            <pc:sldMk cId="304148067" sldId="279"/>
            <ac:spMk id="7" creationId="{CD1DA40D-8A92-4D74-B15A-01CF6F6FBB60}"/>
          </ac:spMkLst>
        </pc:spChg>
        <pc:spChg chg="add del">
          <ac:chgData name="Yuchen" userId="0dc2450c-70e8-461d-b8dc-542428721ea3" providerId="ADAL" clId="{048E6219-D376-455D-BC03-8422DB28F039}" dt="2026-04-26T23:38:27.794" v="2489"/>
          <ac:spMkLst>
            <pc:docMk/>
            <pc:sldMk cId="304148067" sldId="279"/>
            <ac:spMk id="8" creationId="{017BC3A7-7D76-483B-AAE4-95A3680A7C04}"/>
          </ac:spMkLst>
        </pc:spChg>
        <pc:spChg chg="add del">
          <ac:chgData name="Yuchen" userId="0dc2450c-70e8-461d-b8dc-542428721ea3" providerId="ADAL" clId="{048E6219-D376-455D-BC03-8422DB28F039}" dt="2026-04-26T23:39:36.914" v="2514"/>
          <ac:spMkLst>
            <pc:docMk/>
            <pc:sldMk cId="304148067" sldId="279"/>
            <ac:spMk id="9" creationId="{70E2ADBF-2846-4139-B3D7-F8FC8D88DE0F}"/>
          </ac:spMkLst>
        </pc:spChg>
        <pc:spChg chg="add mod">
          <ac:chgData name="Yuchen" userId="0dc2450c-70e8-461d-b8dc-542428721ea3" providerId="ADAL" clId="{048E6219-D376-455D-BC03-8422DB28F039}" dt="2026-04-26T23:42:04.147" v="2622" actId="1076"/>
          <ac:spMkLst>
            <pc:docMk/>
            <pc:sldMk cId="304148067" sldId="279"/>
            <ac:spMk id="11" creationId="{C6A45801-4D87-4F3E-BA5E-D51D8C77CC95}"/>
          </ac:spMkLst>
        </pc:spChg>
      </pc:sldChg>
      <pc:sldChg chg="delSp modSp mod">
        <pc:chgData name="Yuchen" userId="0dc2450c-70e8-461d-b8dc-542428721ea3" providerId="ADAL" clId="{048E6219-D376-455D-BC03-8422DB28F039}" dt="2026-04-27T00:47:56.757" v="3540" actId="2711"/>
        <pc:sldMkLst>
          <pc:docMk/>
          <pc:sldMk cId="1684842516" sldId="280"/>
        </pc:sldMkLst>
        <pc:spChg chg="mod">
          <ac:chgData name="Yuchen" userId="0dc2450c-70e8-461d-b8dc-542428721ea3" providerId="ADAL" clId="{048E6219-D376-455D-BC03-8422DB28F039}" dt="2026-04-27T00:17:08.533" v="3183" actId="20577"/>
          <ac:spMkLst>
            <pc:docMk/>
            <pc:sldMk cId="1684842516" sldId="280"/>
            <ac:spMk id="2" creationId="{0EE2C23E-04BF-44A2-9F34-C24422626922}"/>
          </ac:spMkLst>
        </pc:spChg>
        <pc:spChg chg="mod">
          <ac:chgData name="Yuchen" userId="0dc2450c-70e8-461d-b8dc-542428721ea3" providerId="ADAL" clId="{048E6219-D376-455D-BC03-8422DB28F039}" dt="2026-04-27T00:47:56.757" v="3540" actId="2711"/>
          <ac:spMkLst>
            <pc:docMk/>
            <pc:sldMk cId="1684842516" sldId="280"/>
            <ac:spMk id="3" creationId="{6CF11555-454B-4831-B48C-A8D1799FD917}"/>
          </ac:spMkLst>
        </pc:spChg>
        <pc:picChg chg="del mod">
          <ac:chgData name="Yuchen" userId="0dc2450c-70e8-461d-b8dc-542428721ea3" providerId="ADAL" clId="{048E6219-D376-455D-BC03-8422DB28F039}" dt="2026-04-27T00:39:53.119" v="3396" actId="21"/>
          <ac:picMkLst>
            <pc:docMk/>
            <pc:sldMk cId="1684842516" sldId="280"/>
            <ac:picMk id="5" creationId="{96BE5791-9497-4BE4-A915-5D6F93209615}"/>
          </ac:picMkLst>
        </pc:picChg>
      </pc:sldChg>
      <pc:sldChg chg="del">
        <pc:chgData name="Yuchen" userId="0dc2450c-70e8-461d-b8dc-542428721ea3" providerId="ADAL" clId="{048E6219-D376-455D-BC03-8422DB28F039}" dt="2026-04-26T22:34:43.972" v="1358" actId="47"/>
        <pc:sldMkLst>
          <pc:docMk/>
          <pc:sldMk cId="1578595924" sldId="281"/>
        </pc:sldMkLst>
      </pc:sldChg>
      <pc:sldChg chg="del">
        <pc:chgData name="Yuchen" userId="0dc2450c-70e8-461d-b8dc-542428721ea3" providerId="ADAL" clId="{048E6219-D376-455D-BC03-8422DB28F039}" dt="2026-04-26T22:29:08.692" v="1105" actId="47"/>
        <pc:sldMkLst>
          <pc:docMk/>
          <pc:sldMk cId="620449952" sldId="282"/>
        </pc:sldMkLst>
      </pc:sldChg>
      <pc:sldChg chg="addSp delSp modSp mod">
        <pc:chgData name="Yuchen" userId="0dc2450c-70e8-461d-b8dc-542428721ea3" providerId="ADAL" clId="{048E6219-D376-455D-BC03-8422DB28F039}" dt="2026-04-26T22:14:39.596" v="873" actId="207"/>
        <pc:sldMkLst>
          <pc:docMk/>
          <pc:sldMk cId="1572152187" sldId="285"/>
        </pc:sldMkLst>
        <pc:spChg chg="mod">
          <ac:chgData name="Yuchen" userId="0dc2450c-70e8-461d-b8dc-542428721ea3" providerId="ADAL" clId="{048E6219-D376-455D-BC03-8422DB28F039}" dt="2026-04-26T22:13:08.591" v="852" actId="20577"/>
          <ac:spMkLst>
            <pc:docMk/>
            <pc:sldMk cId="1572152187" sldId="285"/>
            <ac:spMk id="2" creationId="{4D1280CC-BAF6-469F-984E-2AD012A04B4A}"/>
          </ac:spMkLst>
        </pc:spChg>
        <pc:spChg chg="add del">
          <ac:chgData name="Yuchen" userId="0dc2450c-70e8-461d-b8dc-542428721ea3" providerId="ADAL" clId="{048E6219-D376-455D-BC03-8422DB28F039}" dt="2026-04-26T22:13:14.881" v="855"/>
          <ac:spMkLst>
            <pc:docMk/>
            <pc:sldMk cId="1572152187" sldId="285"/>
            <ac:spMk id="3" creationId="{B4667EED-C97D-4CD3-9D2E-F7B20E1934AF}"/>
          </ac:spMkLst>
        </pc:spChg>
        <pc:spChg chg="add del mod">
          <ac:chgData name="Yuchen" userId="0dc2450c-70e8-461d-b8dc-542428721ea3" providerId="ADAL" clId="{048E6219-D376-455D-BC03-8422DB28F039}" dt="2026-04-26T22:13:11.542" v="854"/>
          <ac:spMkLst>
            <pc:docMk/>
            <pc:sldMk cId="1572152187" sldId="285"/>
            <ac:spMk id="4" creationId="{3F85A593-B55D-486D-B918-DDF28F61B057}"/>
          </ac:spMkLst>
        </pc:spChg>
        <pc:spChg chg="add mod">
          <ac:chgData name="Yuchen" userId="0dc2450c-70e8-461d-b8dc-542428721ea3" providerId="ADAL" clId="{048E6219-D376-455D-BC03-8422DB28F039}" dt="2026-04-26T22:14:39.596" v="873" actId="207"/>
          <ac:spMkLst>
            <pc:docMk/>
            <pc:sldMk cId="1572152187" sldId="285"/>
            <ac:spMk id="5" creationId="{0993448B-D8C1-40F1-B465-EA0A0F89A3D7}"/>
          </ac:spMkLst>
        </pc:spChg>
      </pc:sldChg>
      <pc:sldChg chg="modSp mod">
        <pc:chgData name="Yuchen" userId="0dc2450c-70e8-461d-b8dc-542428721ea3" providerId="ADAL" clId="{048E6219-D376-455D-BC03-8422DB28F039}" dt="2026-04-26T22:08:36.685" v="789" actId="20577"/>
        <pc:sldMkLst>
          <pc:docMk/>
          <pc:sldMk cId="3614686539" sldId="292"/>
        </pc:sldMkLst>
        <pc:spChg chg="mod">
          <ac:chgData name="Yuchen" userId="0dc2450c-70e8-461d-b8dc-542428721ea3" providerId="ADAL" clId="{048E6219-D376-455D-BC03-8422DB28F039}" dt="2026-04-26T22:08:36.685" v="789" actId="20577"/>
          <ac:spMkLst>
            <pc:docMk/>
            <pc:sldMk cId="3614686539" sldId="292"/>
            <ac:spMk id="2" creationId="{374761C8-101B-4D89-8B80-F4FC68B4BE2C}"/>
          </ac:spMkLst>
        </pc:spChg>
      </pc:sldChg>
      <pc:sldChg chg="addSp delSp modSp mod">
        <pc:chgData name="Yuchen" userId="0dc2450c-70e8-461d-b8dc-542428721ea3" providerId="ADAL" clId="{048E6219-D376-455D-BC03-8422DB28F039}" dt="2026-04-27T02:16:43.177" v="4673"/>
        <pc:sldMkLst>
          <pc:docMk/>
          <pc:sldMk cId="3301757952" sldId="293"/>
        </pc:sldMkLst>
        <pc:spChg chg="add mod">
          <ac:chgData name="Yuchen" userId="0dc2450c-70e8-461d-b8dc-542428721ea3" providerId="ADAL" clId="{048E6219-D376-455D-BC03-8422DB28F039}" dt="2026-04-26T21:46:19.440" v="460" actId="20577"/>
          <ac:spMkLst>
            <pc:docMk/>
            <pc:sldMk cId="3301757952" sldId="293"/>
            <ac:spMk id="4" creationId="{93A025BA-F9E3-4F5D-9A60-1EF1AD553CBC}"/>
          </ac:spMkLst>
        </pc:spChg>
        <pc:spChg chg="add del mod">
          <ac:chgData name="Yuchen" userId="0dc2450c-70e8-461d-b8dc-542428721ea3" providerId="ADAL" clId="{048E6219-D376-455D-BC03-8422DB28F039}" dt="2026-04-26T21:46:24.773" v="461" actId="478"/>
          <ac:spMkLst>
            <pc:docMk/>
            <pc:sldMk cId="3301757952" sldId="293"/>
            <ac:spMk id="5" creationId="{88D76DAA-D632-4EAB-B061-CD9779862E1E}"/>
          </ac:spMkLst>
        </pc:spChg>
        <pc:spChg chg="add mod">
          <ac:chgData name="Yuchen" userId="0dc2450c-70e8-461d-b8dc-542428721ea3" providerId="ADAL" clId="{048E6219-D376-455D-BC03-8422DB28F039}" dt="2026-04-26T22:02:16.457" v="536" actId="1076"/>
          <ac:spMkLst>
            <pc:docMk/>
            <pc:sldMk cId="3301757952" sldId="293"/>
            <ac:spMk id="6" creationId="{151E0D57-0018-4F64-A33A-383F0E705EF6}"/>
          </ac:spMkLst>
        </pc:spChg>
        <pc:spChg chg="add del mod">
          <ac:chgData name="Yuchen" userId="0dc2450c-70e8-461d-b8dc-542428721ea3" providerId="ADAL" clId="{048E6219-D376-455D-BC03-8422DB28F039}" dt="2026-04-26T22:02:23.301" v="537" actId="478"/>
          <ac:spMkLst>
            <pc:docMk/>
            <pc:sldMk cId="3301757952" sldId="293"/>
            <ac:spMk id="7" creationId="{B49F93B7-B78C-44A2-AD97-DFD252632688}"/>
          </ac:spMkLst>
        </pc:spChg>
        <pc:spChg chg="add mod">
          <ac:chgData name="Yuchen" userId="0dc2450c-70e8-461d-b8dc-542428721ea3" providerId="ADAL" clId="{048E6219-D376-455D-BC03-8422DB28F039}" dt="2026-04-27T02:16:43.177" v="4673"/>
          <ac:spMkLst>
            <pc:docMk/>
            <pc:sldMk cId="3301757952" sldId="293"/>
            <ac:spMk id="8" creationId="{ABA90A69-9AA5-45C5-AC3A-5A24F352CD19}"/>
          </ac:spMkLst>
        </pc:spChg>
        <pc:spChg chg="add mod">
          <ac:chgData name="Yuchen" userId="0dc2450c-70e8-461d-b8dc-542428721ea3" providerId="ADAL" clId="{048E6219-D376-455D-BC03-8422DB28F039}" dt="2026-04-26T22:02:32.681" v="541" actId="20577"/>
          <ac:spMkLst>
            <pc:docMk/>
            <pc:sldMk cId="3301757952" sldId="293"/>
            <ac:spMk id="10" creationId="{02FA6189-9861-4A20-BEFB-5401DED13628}"/>
          </ac:spMkLst>
        </pc:spChg>
      </pc:sldChg>
      <pc:sldChg chg="modSp mod">
        <pc:chgData name="Yuchen" userId="0dc2450c-70e8-461d-b8dc-542428721ea3" providerId="ADAL" clId="{048E6219-D376-455D-BC03-8422DB28F039}" dt="2026-04-26T21:45:34.105" v="399" actId="1076"/>
        <pc:sldMkLst>
          <pc:docMk/>
          <pc:sldMk cId="1357681551" sldId="298"/>
        </pc:sldMkLst>
        <pc:picChg chg="mod">
          <ac:chgData name="Yuchen" userId="0dc2450c-70e8-461d-b8dc-542428721ea3" providerId="ADAL" clId="{048E6219-D376-455D-BC03-8422DB28F039}" dt="2026-04-26T21:45:34.105" v="399" actId="1076"/>
          <ac:picMkLst>
            <pc:docMk/>
            <pc:sldMk cId="1357681551" sldId="298"/>
            <ac:picMk id="4" creationId="{0085442F-5784-4A0B-96F5-A00672A0C6EB}"/>
          </ac:picMkLst>
        </pc:picChg>
      </pc:sldChg>
      <pc:sldChg chg="addSp delSp modSp mod">
        <pc:chgData name="Yuchen" userId="0dc2450c-70e8-461d-b8dc-542428721ea3" providerId="ADAL" clId="{048E6219-D376-455D-BC03-8422DB28F039}" dt="2026-04-26T21:41:07.184" v="394" actId="20577"/>
        <pc:sldMkLst>
          <pc:docMk/>
          <pc:sldMk cId="4092705776" sldId="300"/>
        </pc:sldMkLst>
        <pc:spChg chg="mod">
          <ac:chgData name="Yuchen" userId="0dc2450c-70e8-461d-b8dc-542428721ea3" providerId="ADAL" clId="{048E6219-D376-455D-BC03-8422DB28F039}" dt="2026-04-26T21:39:14.497" v="194" actId="20577"/>
          <ac:spMkLst>
            <pc:docMk/>
            <pc:sldMk cId="4092705776" sldId="300"/>
            <ac:spMk id="2" creationId="{57A1AF26-2E78-49FE-A457-39CC010292D7}"/>
          </ac:spMkLst>
        </pc:spChg>
        <pc:spChg chg="del">
          <ac:chgData name="Yuchen" userId="0dc2450c-70e8-461d-b8dc-542428721ea3" providerId="ADAL" clId="{048E6219-D376-455D-BC03-8422DB28F039}" dt="2026-04-26T21:33:53.931" v="8" actId="478"/>
          <ac:spMkLst>
            <pc:docMk/>
            <pc:sldMk cId="4092705776" sldId="300"/>
            <ac:spMk id="3" creationId="{F714D3FB-674E-474B-A289-577332CFF230}"/>
          </ac:spMkLst>
        </pc:spChg>
        <pc:spChg chg="add del mod">
          <ac:chgData name="Yuchen" userId="0dc2450c-70e8-461d-b8dc-542428721ea3" providerId="ADAL" clId="{048E6219-D376-455D-BC03-8422DB28F039}" dt="2026-04-26T21:39:44.436" v="198"/>
          <ac:spMkLst>
            <pc:docMk/>
            <pc:sldMk cId="4092705776" sldId="300"/>
            <ac:spMk id="13" creationId="{FDAE03E8-D341-440C-BA70-C377441A10B2}"/>
          </ac:spMkLst>
        </pc:spChg>
        <pc:spChg chg="add mod">
          <ac:chgData name="Yuchen" userId="0dc2450c-70e8-461d-b8dc-542428721ea3" providerId="ADAL" clId="{048E6219-D376-455D-BC03-8422DB28F039}" dt="2026-04-26T21:41:07.184" v="394" actId="20577"/>
          <ac:spMkLst>
            <pc:docMk/>
            <pc:sldMk cId="4092705776" sldId="300"/>
            <ac:spMk id="14" creationId="{733B08D2-98B4-4F66-AD7F-36AAD7F54C31}"/>
          </ac:spMkLst>
        </pc:spChg>
        <pc:picChg chg="add del mod">
          <ac:chgData name="Yuchen" userId="0dc2450c-70e8-461d-b8dc-542428721ea3" providerId="ADAL" clId="{048E6219-D376-455D-BC03-8422DB28F039}" dt="2026-04-26T21:35:21.901" v="27" actId="21"/>
          <ac:picMkLst>
            <pc:docMk/>
            <pc:sldMk cId="4092705776" sldId="300"/>
            <ac:picMk id="5" creationId="{1D59D2A2-7371-49B0-B293-C1CB232390F2}"/>
          </ac:picMkLst>
        </pc:picChg>
        <pc:picChg chg="add mod">
          <ac:chgData name="Yuchen" userId="0dc2450c-70e8-461d-b8dc-542428721ea3" providerId="ADAL" clId="{048E6219-D376-455D-BC03-8422DB28F039}" dt="2026-04-26T21:38:15.422" v="61" actId="14861"/>
          <ac:picMkLst>
            <pc:docMk/>
            <pc:sldMk cId="4092705776" sldId="300"/>
            <ac:picMk id="7" creationId="{B8AA76CB-3D48-44E6-94E2-DBBB11F369BB}"/>
          </ac:picMkLst>
        </pc:picChg>
        <pc:picChg chg="add mod">
          <ac:chgData name="Yuchen" userId="0dc2450c-70e8-461d-b8dc-542428721ea3" providerId="ADAL" clId="{048E6219-D376-455D-BC03-8422DB28F039}" dt="2026-04-26T21:38:15.422" v="61" actId="14861"/>
          <ac:picMkLst>
            <pc:docMk/>
            <pc:sldMk cId="4092705776" sldId="300"/>
            <ac:picMk id="9" creationId="{FDA3AEC4-4D58-4090-9717-2D1D7165938A}"/>
          </ac:picMkLst>
        </pc:picChg>
        <pc:picChg chg="add mod">
          <ac:chgData name="Yuchen" userId="0dc2450c-70e8-461d-b8dc-542428721ea3" providerId="ADAL" clId="{048E6219-D376-455D-BC03-8422DB28F039}" dt="2026-04-26T21:38:15.422" v="61" actId="14861"/>
          <ac:picMkLst>
            <pc:docMk/>
            <pc:sldMk cId="4092705776" sldId="300"/>
            <ac:picMk id="11" creationId="{45B08C14-CDE1-4622-B288-4EB93B5AB9DA}"/>
          </ac:picMkLst>
        </pc:picChg>
        <pc:picChg chg="add mod">
          <ac:chgData name="Yuchen" userId="0dc2450c-70e8-461d-b8dc-542428721ea3" providerId="ADAL" clId="{048E6219-D376-455D-BC03-8422DB28F039}" dt="2026-04-26T21:38:18.223" v="62" actId="14861"/>
          <ac:picMkLst>
            <pc:docMk/>
            <pc:sldMk cId="4092705776" sldId="300"/>
            <ac:picMk id="12" creationId="{D6A287C2-3430-4FF1-B049-C49190DAE364}"/>
          </ac:picMkLst>
        </pc:picChg>
      </pc:sldChg>
      <pc:sldChg chg="addSp delSp modSp new mod ord">
        <pc:chgData name="Yuchen" userId="0dc2450c-70e8-461d-b8dc-542428721ea3" providerId="ADAL" clId="{048E6219-D376-455D-BC03-8422DB28F039}" dt="2026-04-27T00:50:55.600" v="3593" actId="1076"/>
        <pc:sldMkLst>
          <pc:docMk/>
          <pc:sldMk cId="2364423809" sldId="301"/>
        </pc:sldMkLst>
        <pc:spChg chg="mod">
          <ac:chgData name="Yuchen" userId="0dc2450c-70e8-461d-b8dc-542428721ea3" providerId="ADAL" clId="{048E6219-D376-455D-BC03-8422DB28F039}" dt="2026-04-26T23:52:53.949" v="2708" actId="20577"/>
          <ac:spMkLst>
            <pc:docMk/>
            <pc:sldMk cId="2364423809" sldId="301"/>
            <ac:spMk id="2" creationId="{E3C22CF6-4FF0-4C83-BB32-11CB38C89FDD}"/>
          </ac:spMkLst>
        </pc:spChg>
        <pc:spChg chg="del">
          <ac:chgData name="Yuchen" userId="0dc2450c-70e8-461d-b8dc-542428721ea3" providerId="ADAL" clId="{048E6219-D376-455D-BC03-8422DB28F039}" dt="2026-04-26T21:35:57.529" v="33"/>
          <ac:spMkLst>
            <pc:docMk/>
            <pc:sldMk cId="2364423809" sldId="301"/>
            <ac:spMk id="3" creationId="{DDE9034F-87C0-4601-AB65-881752A3C0C0}"/>
          </ac:spMkLst>
        </pc:spChg>
        <pc:spChg chg="add del mod">
          <ac:chgData name="Yuchen" userId="0dc2450c-70e8-461d-b8dc-542428721ea3" providerId="ADAL" clId="{048E6219-D376-455D-BC03-8422DB28F039}" dt="2026-04-26T21:36:07.316" v="34" actId="478"/>
          <ac:spMkLst>
            <pc:docMk/>
            <pc:sldMk cId="2364423809" sldId="301"/>
            <ac:spMk id="5" creationId="{5451FFBC-F29C-4E4C-A9D6-90106BFDCE8C}"/>
          </ac:spMkLst>
        </pc:spChg>
        <pc:picChg chg="add del mod">
          <ac:chgData name="Yuchen" userId="0dc2450c-70e8-461d-b8dc-542428721ea3" providerId="ADAL" clId="{048E6219-D376-455D-BC03-8422DB28F039}" dt="2026-04-26T21:37:41.050" v="53" actId="21"/>
          <ac:picMkLst>
            <pc:docMk/>
            <pc:sldMk cId="2364423809" sldId="301"/>
            <ac:picMk id="4" creationId="{639BAE14-BC5F-44FE-80F1-4FF0854BD31A}"/>
          </ac:picMkLst>
        </pc:picChg>
        <pc:picChg chg="add mod">
          <ac:chgData name="Yuchen" userId="0dc2450c-70e8-461d-b8dc-542428721ea3" providerId="ADAL" clId="{048E6219-D376-455D-BC03-8422DB28F039}" dt="2026-04-27T00:50:55.600" v="3593" actId="1076"/>
          <ac:picMkLst>
            <pc:docMk/>
            <pc:sldMk cId="2364423809" sldId="301"/>
            <ac:picMk id="7" creationId="{0750E9F6-4FBB-4208-913B-8BCED98D9517}"/>
          </ac:picMkLst>
        </pc:picChg>
      </pc:sldChg>
      <pc:sldChg chg="addSp delSp modSp add mod">
        <pc:chgData name="Yuchen" userId="0dc2450c-70e8-461d-b8dc-542428721ea3" providerId="ADAL" clId="{048E6219-D376-455D-BC03-8422DB28F039}" dt="2026-04-26T22:07:39.950" v="784" actId="1076"/>
        <pc:sldMkLst>
          <pc:docMk/>
          <pc:sldMk cId="3051158003" sldId="302"/>
        </pc:sldMkLst>
        <pc:spChg chg="add del">
          <ac:chgData name="Yuchen" userId="0dc2450c-70e8-461d-b8dc-542428721ea3" providerId="ADAL" clId="{048E6219-D376-455D-BC03-8422DB28F039}" dt="2026-04-26T21:59:24.152" v="469"/>
          <ac:spMkLst>
            <pc:docMk/>
            <pc:sldMk cId="3051158003" sldId="302"/>
            <ac:spMk id="3" creationId="{8FEB651C-F456-4F62-9CEF-43D4606D93A3}"/>
          </ac:spMkLst>
        </pc:spChg>
        <pc:spChg chg="add del mod">
          <ac:chgData name="Yuchen" userId="0dc2450c-70e8-461d-b8dc-542428721ea3" providerId="ADAL" clId="{048E6219-D376-455D-BC03-8422DB28F039}" dt="2026-04-26T22:07:39.950" v="784" actId="1076"/>
          <ac:spMkLst>
            <pc:docMk/>
            <pc:sldMk cId="3051158003" sldId="302"/>
            <ac:spMk id="5" creationId="{5D886423-F1EF-4F2C-A1E4-39ACF5E51B6F}"/>
          </ac:spMkLst>
        </pc:spChg>
        <pc:spChg chg="add del mod">
          <ac:chgData name="Yuchen" userId="0dc2450c-70e8-461d-b8dc-542428721ea3" providerId="ADAL" clId="{048E6219-D376-455D-BC03-8422DB28F039}" dt="2026-04-26T22:00:03.391" v="480" actId="14100"/>
          <ac:spMkLst>
            <pc:docMk/>
            <pc:sldMk cId="3051158003" sldId="302"/>
            <ac:spMk id="6" creationId="{EC5E41DF-B15C-4FFD-97B8-F2D4F605A323}"/>
          </ac:spMkLst>
        </pc:spChg>
        <pc:graphicFrameChg chg="modGraphic">
          <ac:chgData name="Yuchen" userId="0dc2450c-70e8-461d-b8dc-542428721ea3" providerId="ADAL" clId="{048E6219-D376-455D-BC03-8422DB28F039}" dt="2026-04-26T22:05:29.870" v="647" actId="20577"/>
          <ac:graphicFrameMkLst>
            <pc:docMk/>
            <pc:sldMk cId="3051158003" sldId="302"/>
            <ac:graphicFrameMk id="4" creationId="{DB26AD3E-7A01-4A05-A869-3E94EF54531C}"/>
          </ac:graphicFrameMkLst>
        </pc:graphicFrameChg>
      </pc:sldChg>
      <pc:sldChg chg="addSp delSp modSp new mod modClrScheme chgLayout">
        <pc:chgData name="Yuchen" userId="0dc2450c-70e8-461d-b8dc-542428721ea3" providerId="ADAL" clId="{048E6219-D376-455D-BC03-8422DB28F039}" dt="2026-04-26T22:39:13.181" v="1472" actId="20577"/>
        <pc:sldMkLst>
          <pc:docMk/>
          <pc:sldMk cId="1822878747" sldId="303"/>
        </pc:sldMkLst>
        <pc:spChg chg="del mod ord">
          <ac:chgData name="Yuchen" userId="0dc2450c-70e8-461d-b8dc-542428721ea3" providerId="ADAL" clId="{048E6219-D376-455D-BC03-8422DB28F039}" dt="2026-04-26T22:29:49.757" v="1108" actId="700"/>
          <ac:spMkLst>
            <pc:docMk/>
            <pc:sldMk cId="1822878747" sldId="303"/>
            <ac:spMk id="2" creationId="{153402DA-4D6F-43B5-A26F-6E29E82360FF}"/>
          </ac:spMkLst>
        </pc:spChg>
        <pc:spChg chg="del mod ord">
          <ac:chgData name="Yuchen" userId="0dc2450c-70e8-461d-b8dc-542428721ea3" providerId="ADAL" clId="{048E6219-D376-455D-BC03-8422DB28F039}" dt="2026-04-26T22:29:49.757" v="1108" actId="700"/>
          <ac:spMkLst>
            <pc:docMk/>
            <pc:sldMk cId="1822878747" sldId="303"/>
            <ac:spMk id="3" creationId="{708E559D-5A61-42BE-AF49-140622A13FAA}"/>
          </ac:spMkLst>
        </pc:spChg>
        <pc:spChg chg="add mod ord">
          <ac:chgData name="Yuchen" userId="0dc2450c-70e8-461d-b8dc-542428721ea3" providerId="ADAL" clId="{048E6219-D376-455D-BC03-8422DB28F039}" dt="2026-04-26T22:39:13.181" v="1472" actId="20577"/>
          <ac:spMkLst>
            <pc:docMk/>
            <pc:sldMk cId="1822878747" sldId="303"/>
            <ac:spMk id="4" creationId="{FC4CD467-CCAF-4371-A35C-A509405752F7}"/>
          </ac:spMkLst>
        </pc:spChg>
        <pc:spChg chg="add del mod ord">
          <ac:chgData name="Yuchen" userId="0dc2450c-70e8-461d-b8dc-542428721ea3" providerId="ADAL" clId="{048E6219-D376-455D-BC03-8422DB28F039}" dt="2026-04-26T22:38:52.886" v="1373" actId="478"/>
          <ac:spMkLst>
            <pc:docMk/>
            <pc:sldMk cId="1822878747" sldId="303"/>
            <ac:spMk id="5" creationId="{1D7FB7DE-F0D2-415D-98F8-9114D8C00D3F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7" creationId="{4E0796A5-D991-484D-B174-018D2A26939F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8" creationId="{E679076F-E46B-4B41-81CE-E3EE3DD47810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9" creationId="{9C3D9863-74DA-4BAF-9A72-4ED352BE2DC4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11" creationId="{A849FC92-C326-4E84-B64A-36DDB0F4B462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13" creationId="{2E22AFEB-6CC1-4B74-8B94-B5F643BF04C2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14" creationId="{E5A3F313-476B-46B7-98F7-3C9B9D6875B9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15" creationId="{192E00CA-B74B-4DBC-9169-6B2ABA5A5919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16" creationId="{13607B95-D1BB-4DB5-994F-CAACC7766A8E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17" creationId="{0255BEDF-ECF6-4387-A67A-F60120E8251C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18" creationId="{8DE10C47-B829-4C97-90D9-F6D0EF025EFC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19" creationId="{D3A3379D-0F16-4FF1-9758-8AED9D140037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22" creationId="{85F0B4AC-205B-4152-BDE1-A1849A991910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23" creationId="{7D01B77C-168F-4FD2-9AD0-88A21BCFBB87}"/>
          </ac:spMkLst>
        </pc:spChg>
        <pc:spChg chg="mod">
          <ac:chgData name="Yuchen" userId="0dc2450c-70e8-461d-b8dc-542428721ea3" providerId="ADAL" clId="{048E6219-D376-455D-BC03-8422DB28F039}" dt="2026-04-26T22:38:37.547" v="1372"/>
          <ac:spMkLst>
            <pc:docMk/>
            <pc:sldMk cId="1822878747" sldId="303"/>
            <ac:spMk id="24" creationId="{2A6BE812-1FF0-450D-AB24-711868282923}"/>
          </ac:spMkLst>
        </pc:spChg>
        <pc:grpChg chg="add mod">
          <ac:chgData name="Yuchen" userId="0dc2450c-70e8-461d-b8dc-542428721ea3" providerId="ADAL" clId="{048E6219-D376-455D-BC03-8422DB28F039}" dt="2026-04-26T22:38:37.547" v="1372"/>
          <ac:grpSpMkLst>
            <pc:docMk/>
            <pc:sldMk cId="1822878747" sldId="303"/>
            <ac:grpSpMk id="6" creationId="{9E0B2B65-C772-484B-A854-38AC41B72479}"/>
          </ac:grpSpMkLst>
        </pc:grpChg>
        <pc:picChg chg="mod">
          <ac:chgData name="Yuchen" userId="0dc2450c-70e8-461d-b8dc-542428721ea3" providerId="ADAL" clId="{048E6219-D376-455D-BC03-8422DB28F039}" dt="2026-04-26T22:38:37.547" v="1372"/>
          <ac:picMkLst>
            <pc:docMk/>
            <pc:sldMk cId="1822878747" sldId="303"/>
            <ac:picMk id="10" creationId="{75A1D1E0-0584-4430-9811-476E8379F3A3}"/>
          </ac:picMkLst>
        </pc:picChg>
        <pc:picChg chg="mod">
          <ac:chgData name="Yuchen" userId="0dc2450c-70e8-461d-b8dc-542428721ea3" providerId="ADAL" clId="{048E6219-D376-455D-BC03-8422DB28F039}" dt="2026-04-26T22:38:37.547" v="1372"/>
          <ac:picMkLst>
            <pc:docMk/>
            <pc:sldMk cId="1822878747" sldId="303"/>
            <ac:picMk id="12" creationId="{4D49A92A-2A1C-46AF-9CB2-418A47940311}"/>
          </ac:picMkLst>
        </pc:picChg>
        <pc:picChg chg="mod">
          <ac:chgData name="Yuchen" userId="0dc2450c-70e8-461d-b8dc-542428721ea3" providerId="ADAL" clId="{048E6219-D376-455D-BC03-8422DB28F039}" dt="2026-04-26T22:38:37.547" v="1372"/>
          <ac:picMkLst>
            <pc:docMk/>
            <pc:sldMk cId="1822878747" sldId="303"/>
            <ac:picMk id="20" creationId="{39B2C1B4-45B7-4908-BACE-134D380696A4}"/>
          </ac:picMkLst>
        </pc:picChg>
        <pc:picChg chg="mod">
          <ac:chgData name="Yuchen" userId="0dc2450c-70e8-461d-b8dc-542428721ea3" providerId="ADAL" clId="{048E6219-D376-455D-BC03-8422DB28F039}" dt="2026-04-26T22:38:37.547" v="1372"/>
          <ac:picMkLst>
            <pc:docMk/>
            <pc:sldMk cId="1822878747" sldId="303"/>
            <ac:picMk id="21" creationId="{E6F69737-CCE6-4F2A-A20B-42C7356E96C8}"/>
          </ac:picMkLst>
        </pc:picChg>
      </pc:sldChg>
      <pc:sldChg chg="addSp delSp modSp new mod">
        <pc:chgData name="Yuchen" userId="0dc2450c-70e8-461d-b8dc-542428721ea3" providerId="ADAL" clId="{048E6219-D376-455D-BC03-8422DB28F039}" dt="2026-04-26T22:51:52.829" v="1903" actId="20577"/>
        <pc:sldMkLst>
          <pc:docMk/>
          <pc:sldMk cId="2136825222" sldId="304"/>
        </pc:sldMkLst>
        <pc:spChg chg="mod">
          <ac:chgData name="Yuchen" userId="0dc2450c-70e8-461d-b8dc-542428721ea3" providerId="ADAL" clId="{048E6219-D376-455D-BC03-8422DB28F039}" dt="2026-04-26T22:51:52.829" v="1903" actId="20577"/>
          <ac:spMkLst>
            <pc:docMk/>
            <pc:sldMk cId="2136825222" sldId="304"/>
            <ac:spMk id="2" creationId="{101CBC71-2A1F-4DE0-9760-B386B43F3CEB}"/>
          </ac:spMkLst>
        </pc:spChg>
        <pc:spChg chg="mod">
          <ac:chgData name="Yuchen" userId="0dc2450c-70e8-461d-b8dc-542428721ea3" providerId="ADAL" clId="{048E6219-D376-455D-BC03-8422DB28F039}" dt="2026-04-26T22:50:37.371" v="1855" actId="948"/>
          <ac:spMkLst>
            <pc:docMk/>
            <pc:sldMk cId="2136825222" sldId="304"/>
            <ac:spMk id="3" creationId="{8EBF180C-3786-4421-9A52-40BEA6A8B10A}"/>
          </ac:spMkLst>
        </pc:spChg>
        <pc:spChg chg="add del mod">
          <ac:chgData name="Yuchen" userId="0dc2450c-70e8-461d-b8dc-542428721ea3" providerId="ADAL" clId="{048E6219-D376-455D-BC03-8422DB28F039}" dt="2026-04-26T22:47:54.384" v="1821"/>
          <ac:spMkLst>
            <pc:docMk/>
            <pc:sldMk cId="2136825222" sldId="304"/>
            <ac:spMk id="4" creationId="{867E5B2E-73C0-4D90-B42B-4F6E90F83251}"/>
          </ac:spMkLst>
        </pc:spChg>
        <pc:spChg chg="add mod">
          <ac:chgData name="Yuchen" userId="0dc2450c-70e8-461d-b8dc-542428721ea3" providerId="ADAL" clId="{048E6219-D376-455D-BC03-8422DB28F039}" dt="2026-04-26T22:48:27.299" v="1828" actId="20577"/>
          <ac:spMkLst>
            <pc:docMk/>
            <pc:sldMk cId="2136825222" sldId="304"/>
            <ac:spMk id="5" creationId="{2F68BF32-7977-43F1-B035-86D1C4B8B110}"/>
          </ac:spMkLst>
        </pc:spChg>
        <pc:spChg chg="add mod">
          <ac:chgData name="Yuchen" userId="0dc2450c-70e8-461d-b8dc-542428721ea3" providerId="ADAL" clId="{048E6219-D376-455D-BC03-8422DB28F039}" dt="2026-04-26T22:51:34.538" v="1864" actId="20577"/>
          <ac:spMkLst>
            <pc:docMk/>
            <pc:sldMk cId="2136825222" sldId="304"/>
            <ac:spMk id="7" creationId="{12696CBB-D30E-44B4-A249-487DC36A9336}"/>
          </ac:spMkLst>
        </pc:spChg>
      </pc:sldChg>
      <pc:sldChg chg="modSp add mod">
        <pc:chgData name="Yuchen" userId="0dc2450c-70e8-461d-b8dc-542428721ea3" providerId="ADAL" clId="{048E6219-D376-455D-BC03-8422DB28F039}" dt="2026-04-26T23:32:12.745" v="2182" actId="20577"/>
        <pc:sldMkLst>
          <pc:docMk/>
          <pc:sldMk cId="53255628" sldId="305"/>
        </pc:sldMkLst>
        <pc:spChg chg="mod">
          <ac:chgData name="Yuchen" userId="0dc2450c-70e8-461d-b8dc-542428721ea3" providerId="ADAL" clId="{048E6219-D376-455D-BC03-8422DB28F039}" dt="2026-04-26T23:31:55.986" v="2180" actId="20577"/>
          <ac:spMkLst>
            <pc:docMk/>
            <pc:sldMk cId="53255628" sldId="305"/>
            <ac:spMk id="2" creationId="{101CBC71-2A1F-4DE0-9760-B386B43F3CEB}"/>
          </ac:spMkLst>
        </pc:spChg>
        <pc:spChg chg="mod">
          <ac:chgData name="Yuchen" userId="0dc2450c-70e8-461d-b8dc-542428721ea3" providerId="ADAL" clId="{048E6219-D376-455D-BC03-8422DB28F039}" dt="2026-04-26T23:30:55.560" v="2052" actId="179"/>
          <ac:spMkLst>
            <pc:docMk/>
            <pc:sldMk cId="53255628" sldId="305"/>
            <ac:spMk id="3" creationId="{8EBF180C-3786-4421-9A52-40BEA6A8B10A}"/>
          </ac:spMkLst>
        </pc:spChg>
        <pc:spChg chg="mod">
          <ac:chgData name="Yuchen" userId="0dc2450c-70e8-461d-b8dc-542428721ea3" providerId="ADAL" clId="{048E6219-D376-455D-BC03-8422DB28F039}" dt="2026-04-26T23:32:12.745" v="2182" actId="20577"/>
          <ac:spMkLst>
            <pc:docMk/>
            <pc:sldMk cId="53255628" sldId="305"/>
            <ac:spMk id="7" creationId="{12696CBB-D30E-44B4-A249-487DC36A9336}"/>
          </ac:spMkLst>
        </pc:spChg>
      </pc:sldChg>
      <pc:sldChg chg="new del">
        <pc:chgData name="Yuchen" userId="0dc2450c-70e8-461d-b8dc-542428721ea3" providerId="ADAL" clId="{048E6219-D376-455D-BC03-8422DB28F039}" dt="2026-04-26T22:51:58.026" v="1904" actId="47"/>
        <pc:sldMkLst>
          <pc:docMk/>
          <pc:sldMk cId="1042122256" sldId="305"/>
        </pc:sldMkLst>
      </pc:sldChg>
      <pc:sldChg chg="addSp modSp new mod">
        <pc:chgData name="Yuchen" userId="0dc2450c-70e8-461d-b8dc-542428721ea3" providerId="ADAL" clId="{048E6219-D376-455D-BC03-8422DB28F039}" dt="2026-04-27T01:29:12.063" v="4651" actId="20577"/>
        <pc:sldMkLst>
          <pc:docMk/>
          <pc:sldMk cId="1384043991" sldId="306"/>
        </pc:sldMkLst>
        <pc:spChg chg="mod">
          <ac:chgData name="Yuchen" userId="0dc2450c-70e8-461d-b8dc-542428721ea3" providerId="ADAL" clId="{048E6219-D376-455D-BC03-8422DB28F039}" dt="2026-04-26T23:48:21.544" v="2631"/>
          <ac:spMkLst>
            <pc:docMk/>
            <pc:sldMk cId="1384043991" sldId="306"/>
            <ac:spMk id="2" creationId="{E76B62C9-6CAC-45D1-A656-3624166478DA}"/>
          </ac:spMkLst>
        </pc:spChg>
        <pc:spChg chg="mod">
          <ac:chgData name="Yuchen" userId="0dc2450c-70e8-461d-b8dc-542428721ea3" providerId="ADAL" clId="{048E6219-D376-455D-BC03-8422DB28F039}" dt="2026-04-26T23:52:06.755" v="2662" actId="207"/>
          <ac:spMkLst>
            <pc:docMk/>
            <pc:sldMk cId="1384043991" sldId="306"/>
            <ac:spMk id="3" creationId="{739EBE58-0052-4991-85FD-D0B44F9667CE}"/>
          </ac:spMkLst>
        </pc:spChg>
        <pc:spChg chg="add mod">
          <ac:chgData name="Yuchen" userId="0dc2450c-70e8-461d-b8dc-542428721ea3" providerId="ADAL" clId="{048E6219-D376-455D-BC03-8422DB28F039}" dt="2026-04-27T01:29:12.063" v="4651" actId="20577"/>
          <ac:spMkLst>
            <pc:docMk/>
            <pc:sldMk cId="1384043991" sldId="306"/>
            <ac:spMk id="4" creationId="{07FDFF23-9F30-432C-BEC8-358A2E5B5A2C}"/>
          </ac:spMkLst>
        </pc:spChg>
        <pc:picChg chg="add mod">
          <ac:chgData name="Yuchen" userId="0dc2450c-70e8-461d-b8dc-542428721ea3" providerId="ADAL" clId="{048E6219-D376-455D-BC03-8422DB28F039}" dt="2026-04-26T23:53:13.122" v="2711" actId="1076"/>
          <ac:picMkLst>
            <pc:docMk/>
            <pc:sldMk cId="1384043991" sldId="306"/>
            <ac:picMk id="5" creationId="{5E1537C1-3A20-4D30-A888-C3985CEFFA7B}"/>
          </ac:picMkLst>
        </pc:picChg>
      </pc:sldChg>
      <pc:sldChg chg="addSp delSp modSp new mod modClrScheme chgLayout">
        <pc:chgData name="Yuchen" userId="0dc2450c-70e8-461d-b8dc-542428721ea3" providerId="ADAL" clId="{048E6219-D376-455D-BC03-8422DB28F039}" dt="2026-04-27T00:38:28.723" v="3381" actId="113"/>
        <pc:sldMkLst>
          <pc:docMk/>
          <pc:sldMk cId="2254327024" sldId="307"/>
        </pc:sldMkLst>
        <pc:spChg chg="del mod ord">
          <ac:chgData name="Yuchen" userId="0dc2450c-70e8-461d-b8dc-542428721ea3" providerId="ADAL" clId="{048E6219-D376-455D-BC03-8422DB28F039}" dt="2026-04-26T23:40:51.131" v="2587" actId="700"/>
          <ac:spMkLst>
            <pc:docMk/>
            <pc:sldMk cId="2254327024" sldId="307"/>
            <ac:spMk id="2" creationId="{1877EB1D-E64C-44DB-A709-7801EC1B1282}"/>
          </ac:spMkLst>
        </pc:spChg>
        <pc:spChg chg="del mod ord">
          <ac:chgData name="Yuchen" userId="0dc2450c-70e8-461d-b8dc-542428721ea3" providerId="ADAL" clId="{048E6219-D376-455D-BC03-8422DB28F039}" dt="2026-04-26T23:40:51.131" v="2587" actId="700"/>
          <ac:spMkLst>
            <pc:docMk/>
            <pc:sldMk cId="2254327024" sldId="307"/>
            <ac:spMk id="3" creationId="{63BACB1E-EFE3-4101-B17F-E19D972822BF}"/>
          </ac:spMkLst>
        </pc:spChg>
        <pc:spChg chg="add mod ord">
          <ac:chgData name="Yuchen" userId="0dc2450c-70e8-461d-b8dc-542428721ea3" providerId="ADAL" clId="{048E6219-D376-455D-BC03-8422DB28F039}" dt="2026-04-27T00:17:14.109" v="3205" actId="20577"/>
          <ac:spMkLst>
            <pc:docMk/>
            <pc:sldMk cId="2254327024" sldId="307"/>
            <ac:spMk id="4" creationId="{2D7A5CAF-9336-49CF-9FC0-CDDA107E3E9F}"/>
          </ac:spMkLst>
        </pc:spChg>
        <pc:spChg chg="add mod ord">
          <ac:chgData name="Yuchen" userId="0dc2450c-70e8-461d-b8dc-542428721ea3" providerId="ADAL" clId="{048E6219-D376-455D-BC03-8422DB28F039}" dt="2026-04-27T00:38:28.723" v="3381" actId="113"/>
          <ac:spMkLst>
            <pc:docMk/>
            <pc:sldMk cId="2254327024" sldId="307"/>
            <ac:spMk id="5" creationId="{76828BDD-B527-47C5-837A-C521FEA6EB29}"/>
          </ac:spMkLst>
        </pc:spChg>
        <pc:spChg chg="add del">
          <ac:chgData name="Yuchen" userId="0dc2450c-70e8-461d-b8dc-542428721ea3" providerId="ADAL" clId="{048E6219-D376-455D-BC03-8422DB28F039}" dt="2026-04-27T00:20:30.813" v="3263"/>
          <ac:spMkLst>
            <pc:docMk/>
            <pc:sldMk cId="2254327024" sldId="307"/>
            <ac:spMk id="6" creationId="{61013C00-2737-41F1-9542-BEBBD034A396}"/>
          </ac:spMkLst>
        </pc:spChg>
        <pc:spChg chg="add del mod">
          <ac:chgData name="Yuchen" userId="0dc2450c-70e8-461d-b8dc-542428721ea3" providerId="ADAL" clId="{048E6219-D376-455D-BC03-8422DB28F039}" dt="2026-04-27T00:20:29.787" v="3262"/>
          <ac:spMkLst>
            <pc:docMk/>
            <pc:sldMk cId="2254327024" sldId="307"/>
            <ac:spMk id="7" creationId="{13CFF2B1-9987-43CE-A170-0520C54F6C8C}"/>
          </ac:spMkLst>
        </pc:spChg>
      </pc:sldChg>
      <pc:sldChg chg="addSp delSp modSp new mod">
        <pc:chgData name="Yuchen" userId="0dc2450c-70e8-461d-b8dc-542428721ea3" providerId="ADAL" clId="{048E6219-D376-455D-BC03-8422DB28F039}" dt="2026-04-26T23:56:28.800" v="2763" actId="478"/>
        <pc:sldMkLst>
          <pc:docMk/>
          <pc:sldMk cId="3170955869" sldId="308"/>
        </pc:sldMkLst>
        <pc:spChg chg="mod">
          <ac:chgData name="Yuchen" userId="0dc2450c-70e8-461d-b8dc-542428721ea3" providerId="ADAL" clId="{048E6219-D376-455D-BC03-8422DB28F039}" dt="2026-04-26T23:54:18.943" v="2751" actId="20577"/>
          <ac:spMkLst>
            <pc:docMk/>
            <pc:sldMk cId="3170955869" sldId="308"/>
            <ac:spMk id="2" creationId="{8D51027F-1F6D-4669-AC50-B144BED5C756}"/>
          </ac:spMkLst>
        </pc:spChg>
        <pc:spChg chg="del">
          <ac:chgData name="Yuchen" userId="0dc2450c-70e8-461d-b8dc-542428721ea3" providerId="ADAL" clId="{048E6219-D376-455D-BC03-8422DB28F039}" dt="2026-04-26T23:56:28.800" v="2763" actId="478"/>
          <ac:spMkLst>
            <pc:docMk/>
            <pc:sldMk cId="3170955869" sldId="308"/>
            <ac:spMk id="3" creationId="{E022B8B5-782F-4196-BCEB-6913103516EC}"/>
          </ac:spMkLst>
        </pc:spChg>
        <pc:picChg chg="add mod">
          <ac:chgData name="Yuchen" userId="0dc2450c-70e8-461d-b8dc-542428721ea3" providerId="ADAL" clId="{048E6219-D376-455D-BC03-8422DB28F039}" dt="2026-04-26T23:56:23.348" v="2761" actId="1076"/>
          <ac:picMkLst>
            <pc:docMk/>
            <pc:sldMk cId="3170955869" sldId="308"/>
            <ac:picMk id="5" creationId="{8FDBA430-ABFE-41EC-9D28-9A7B391BE733}"/>
          </ac:picMkLst>
        </pc:picChg>
        <pc:picChg chg="add mod">
          <ac:chgData name="Yuchen" userId="0dc2450c-70e8-461d-b8dc-542428721ea3" providerId="ADAL" clId="{048E6219-D376-455D-BC03-8422DB28F039}" dt="2026-04-26T23:56:26.153" v="2762" actId="1076"/>
          <ac:picMkLst>
            <pc:docMk/>
            <pc:sldMk cId="3170955869" sldId="308"/>
            <ac:picMk id="7" creationId="{1AB7C16E-2DC5-45E1-BFAE-B1D741C54F73}"/>
          </ac:picMkLst>
        </pc:picChg>
      </pc:sldChg>
      <pc:sldChg chg="addSp delSp modSp new mod modClrScheme chgLayout">
        <pc:chgData name="Yuchen" userId="0dc2450c-70e8-461d-b8dc-542428721ea3" providerId="ADAL" clId="{048E6219-D376-455D-BC03-8422DB28F039}" dt="2026-04-27T00:10:58.709" v="2769" actId="20577"/>
        <pc:sldMkLst>
          <pc:docMk/>
          <pc:sldMk cId="3942766313" sldId="309"/>
        </pc:sldMkLst>
        <pc:spChg chg="del">
          <ac:chgData name="Yuchen" userId="0dc2450c-70e8-461d-b8dc-542428721ea3" providerId="ADAL" clId="{048E6219-D376-455D-BC03-8422DB28F039}" dt="2026-04-27T00:10:52.090" v="2767" actId="700"/>
          <ac:spMkLst>
            <pc:docMk/>
            <pc:sldMk cId="3942766313" sldId="309"/>
            <ac:spMk id="2" creationId="{4A84FF16-AD56-412B-BFA0-B0BB50300340}"/>
          </ac:spMkLst>
        </pc:spChg>
        <pc:spChg chg="add del mod ord">
          <ac:chgData name="Yuchen" userId="0dc2450c-70e8-461d-b8dc-542428721ea3" providerId="ADAL" clId="{048E6219-D376-455D-BC03-8422DB28F039}" dt="2026-04-27T00:10:52.090" v="2767" actId="700"/>
          <ac:spMkLst>
            <pc:docMk/>
            <pc:sldMk cId="3942766313" sldId="309"/>
            <ac:spMk id="3" creationId="{64CF3218-F3BB-40D3-9540-9371BB6C868D}"/>
          </ac:spMkLst>
        </pc:spChg>
        <pc:spChg chg="add del mod">
          <ac:chgData name="Yuchen" userId="0dc2450c-70e8-461d-b8dc-542428721ea3" providerId="ADAL" clId="{048E6219-D376-455D-BC03-8422DB28F039}" dt="2026-04-27T00:10:45.163" v="2766"/>
          <ac:spMkLst>
            <pc:docMk/>
            <pc:sldMk cId="3942766313" sldId="309"/>
            <ac:spMk id="4" creationId="{B77FA3EB-F7BC-437A-9155-5F95265C63BF}"/>
          </ac:spMkLst>
        </pc:spChg>
        <pc:spChg chg="add del mod ord">
          <ac:chgData name="Yuchen" userId="0dc2450c-70e8-461d-b8dc-542428721ea3" providerId="ADAL" clId="{048E6219-D376-455D-BC03-8422DB28F039}" dt="2026-04-27T00:10:53.447" v="2768"/>
          <ac:spMkLst>
            <pc:docMk/>
            <pc:sldMk cId="3942766313" sldId="309"/>
            <ac:spMk id="5" creationId="{0F947013-2959-4485-9CE0-8FE9D350BF58}"/>
          </ac:spMkLst>
        </pc:spChg>
        <pc:spChg chg="add mod ord">
          <ac:chgData name="Yuchen" userId="0dc2450c-70e8-461d-b8dc-542428721ea3" providerId="ADAL" clId="{048E6219-D376-455D-BC03-8422DB28F039}" dt="2026-04-27T00:10:52.090" v="2767" actId="700"/>
          <ac:spMkLst>
            <pc:docMk/>
            <pc:sldMk cId="3942766313" sldId="309"/>
            <ac:spMk id="6" creationId="{0396E15C-28FB-44BF-92B5-41202B1EA908}"/>
          </ac:spMkLst>
        </pc:spChg>
        <pc:spChg chg="add mod">
          <ac:chgData name="Yuchen" userId="0dc2450c-70e8-461d-b8dc-542428721ea3" providerId="ADAL" clId="{048E6219-D376-455D-BC03-8422DB28F039}" dt="2026-04-27T00:10:58.709" v="2769" actId="20577"/>
          <ac:spMkLst>
            <pc:docMk/>
            <pc:sldMk cId="3942766313" sldId="309"/>
            <ac:spMk id="7" creationId="{42900D4D-459D-4A4B-91B2-CD986536E032}"/>
          </ac:spMkLst>
        </pc:spChg>
      </pc:sldChg>
      <pc:sldChg chg="addSp delSp modSp new mod">
        <pc:chgData name="Yuchen" userId="0dc2450c-70e8-461d-b8dc-542428721ea3" providerId="ADAL" clId="{048E6219-D376-455D-BC03-8422DB28F039}" dt="2026-04-27T00:16:55.971" v="3154" actId="20577"/>
        <pc:sldMkLst>
          <pc:docMk/>
          <pc:sldMk cId="2506341557" sldId="310"/>
        </pc:sldMkLst>
        <pc:spChg chg="mod">
          <ac:chgData name="Yuchen" userId="0dc2450c-70e8-461d-b8dc-542428721ea3" providerId="ADAL" clId="{048E6219-D376-455D-BC03-8422DB28F039}" dt="2026-04-27T00:13:14.564" v="2994" actId="20577"/>
          <ac:spMkLst>
            <pc:docMk/>
            <pc:sldMk cId="2506341557" sldId="310"/>
            <ac:spMk id="2" creationId="{856FFA44-68C9-4255-9AD8-C8658F6B7568}"/>
          </ac:spMkLst>
        </pc:spChg>
        <pc:spChg chg="del mod">
          <ac:chgData name="Yuchen" userId="0dc2450c-70e8-461d-b8dc-542428721ea3" providerId="ADAL" clId="{048E6219-D376-455D-BC03-8422DB28F039}" dt="2026-04-27T00:14:26.876" v="3015" actId="478"/>
          <ac:spMkLst>
            <pc:docMk/>
            <pc:sldMk cId="2506341557" sldId="310"/>
            <ac:spMk id="3" creationId="{3D2727FC-14CB-4FCF-B57A-7B0D1F6AEC25}"/>
          </ac:spMkLst>
        </pc:spChg>
        <pc:spChg chg="add mod">
          <ac:chgData name="Yuchen" userId="0dc2450c-70e8-461d-b8dc-542428721ea3" providerId="ADAL" clId="{048E6219-D376-455D-BC03-8422DB28F039}" dt="2026-04-27T00:16:55.971" v="3154" actId="20577"/>
          <ac:spMkLst>
            <pc:docMk/>
            <pc:sldMk cId="2506341557" sldId="310"/>
            <ac:spMk id="6" creationId="{F8A0B9DF-E839-432A-9C2B-6544A34D1F38}"/>
          </ac:spMkLst>
        </pc:spChg>
        <pc:spChg chg="add mod">
          <ac:chgData name="Yuchen" userId="0dc2450c-70e8-461d-b8dc-542428721ea3" providerId="ADAL" clId="{048E6219-D376-455D-BC03-8422DB28F039}" dt="2026-04-27T00:14:56.603" v="3059" actId="1076"/>
          <ac:spMkLst>
            <pc:docMk/>
            <pc:sldMk cId="2506341557" sldId="310"/>
            <ac:spMk id="7" creationId="{D398DB2C-A9DD-4C79-ADFE-349733DD222D}"/>
          </ac:spMkLst>
        </pc:spChg>
        <pc:spChg chg="add mod">
          <ac:chgData name="Yuchen" userId="0dc2450c-70e8-461d-b8dc-542428721ea3" providerId="ADAL" clId="{048E6219-D376-455D-BC03-8422DB28F039}" dt="2026-04-27T00:15:24.098" v="3151" actId="20577"/>
          <ac:spMkLst>
            <pc:docMk/>
            <pc:sldMk cId="2506341557" sldId="310"/>
            <ac:spMk id="8" creationId="{FDA88915-C427-4828-93D2-335077C1CECE}"/>
          </ac:spMkLst>
        </pc:spChg>
        <pc:picChg chg="add mod">
          <ac:chgData name="Yuchen" userId="0dc2450c-70e8-461d-b8dc-542428721ea3" providerId="ADAL" clId="{048E6219-D376-455D-BC03-8422DB28F039}" dt="2026-04-27T00:15:28.018" v="3152" actId="1076"/>
          <ac:picMkLst>
            <pc:docMk/>
            <pc:sldMk cId="2506341557" sldId="310"/>
            <ac:picMk id="5" creationId="{ABD42136-0858-467C-BFB1-109D0ED13790}"/>
          </ac:picMkLst>
        </pc:picChg>
      </pc:sldChg>
      <pc:sldChg chg="addSp delSp modSp new mod">
        <pc:chgData name="Yuchen" userId="0dc2450c-70e8-461d-b8dc-542428721ea3" providerId="ADAL" clId="{048E6219-D376-455D-BC03-8422DB28F039}" dt="2026-04-27T00:43:24.558" v="3471" actId="20577"/>
        <pc:sldMkLst>
          <pc:docMk/>
          <pc:sldMk cId="1437691719" sldId="311"/>
        </pc:sldMkLst>
        <pc:spChg chg="mod">
          <ac:chgData name="Yuchen" userId="0dc2450c-70e8-461d-b8dc-542428721ea3" providerId="ADAL" clId="{048E6219-D376-455D-BC03-8422DB28F039}" dt="2026-04-27T00:43:24.558" v="3471" actId="20577"/>
          <ac:spMkLst>
            <pc:docMk/>
            <pc:sldMk cId="1437691719" sldId="311"/>
            <ac:spMk id="2" creationId="{E886BA95-0505-4F71-BEF5-D77FFD7396A7}"/>
          </ac:spMkLst>
        </pc:spChg>
        <pc:spChg chg="add del mod">
          <ac:chgData name="Yuchen" userId="0dc2450c-70e8-461d-b8dc-542428721ea3" providerId="ADAL" clId="{048E6219-D376-455D-BC03-8422DB28F039}" dt="2026-04-27T00:42:19.860" v="3426" actId="478"/>
          <ac:spMkLst>
            <pc:docMk/>
            <pc:sldMk cId="1437691719" sldId="311"/>
            <ac:spMk id="12" creationId="{E9EAF5BC-82BA-4208-860C-75FAB1538606}"/>
          </ac:spMkLst>
        </pc:spChg>
        <pc:spChg chg="add mod">
          <ac:chgData name="Yuchen" userId="0dc2450c-70e8-461d-b8dc-542428721ea3" providerId="ADAL" clId="{048E6219-D376-455D-BC03-8422DB28F039}" dt="2026-04-27T00:42:36.431" v="3434" actId="1076"/>
          <ac:spMkLst>
            <pc:docMk/>
            <pc:sldMk cId="1437691719" sldId="311"/>
            <ac:spMk id="13" creationId="{5961AC4A-CE8D-44F6-AF30-414DF2676392}"/>
          </ac:spMkLst>
        </pc:spChg>
        <pc:spChg chg="add mod">
          <ac:chgData name="Yuchen" userId="0dc2450c-70e8-461d-b8dc-542428721ea3" providerId="ADAL" clId="{048E6219-D376-455D-BC03-8422DB28F039}" dt="2026-04-27T00:42:42.586" v="3436" actId="1076"/>
          <ac:spMkLst>
            <pc:docMk/>
            <pc:sldMk cId="1437691719" sldId="311"/>
            <ac:spMk id="14" creationId="{70F65528-7B04-4BD9-9537-571051BDD729}"/>
          </ac:spMkLst>
        </pc:spChg>
        <pc:spChg chg="add mod">
          <ac:chgData name="Yuchen" userId="0dc2450c-70e8-461d-b8dc-542428721ea3" providerId="ADAL" clId="{048E6219-D376-455D-BC03-8422DB28F039}" dt="2026-04-27T00:42:59.086" v="3439" actId="14100"/>
          <ac:spMkLst>
            <pc:docMk/>
            <pc:sldMk cId="1437691719" sldId="311"/>
            <ac:spMk id="15" creationId="{5C9D1357-0123-4D41-AF54-C4299156275A}"/>
          </ac:spMkLst>
        </pc:spChg>
        <pc:picChg chg="add mod">
          <ac:chgData name="Yuchen" userId="0dc2450c-70e8-461d-b8dc-542428721ea3" providerId="ADAL" clId="{048E6219-D376-455D-BC03-8422DB28F039}" dt="2026-04-27T00:41:16.241" v="3412" actId="1076"/>
          <ac:picMkLst>
            <pc:docMk/>
            <pc:sldMk cId="1437691719" sldId="311"/>
            <ac:picMk id="4" creationId="{D1643A77-7137-4D7F-AEE7-5EC66CE226FE}"/>
          </ac:picMkLst>
        </pc:picChg>
        <pc:picChg chg="add mod">
          <ac:chgData name="Yuchen" userId="0dc2450c-70e8-461d-b8dc-542428721ea3" providerId="ADAL" clId="{048E6219-D376-455D-BC03-8422DB28F039}" dt="2026-04-27T00:40:32.135" v="3401" actId="1076"/>
          <ac:picMkLst>
            <pc:docMk/>
            <pc:sldMk cId="1437691719" sldId="311"/>
            <ac:picMk id="6" creationId="{89C6C5AD-3632-446B-8A63-E5FF0E64F38B}"/>
          </ac:picMkLst>
        </pc:picChg>
        <pc:picChg chg="add del mod">
          <ac:chgData name="Yuchen" userId="0dc2450c-70e8-461d-b8dc-542428721ea3" providerId="ADAL" clId="{048E6219-D376-455D-BC03-8422DB28F039}" dt="2026-04-27T00:41:27.930" v="3418" actId="478"/>
          <ac:picMkLst>
            <pc:docMk/>
            <pc:sldMk cId="1437691719" sldId="311"/>
            <ac:picMk id="8" creationId="{12EE7872-5914-4DA2-9551-906F4539EAAF}"/>
          </ac:picMkLst>
        </pc:picChg>
        <pc:picChg chg="add mod">
          <ac:chgData name="Yuchen" userId="0dc2450c-70e8-461d-b8dc-542428721ea3" providerId="ADAL" clId="{048E6219-D376-455D-BC03-8422DB28F039}" dt="2026-04-27T00:41:36.316" v="3420" actId="1076"/>
          <ac:picMkLst>
            <pc:docMk/>
            <pc:sldMk cId="1437691719" sldId="311"/>
            <ac:picMk id="9" creationId="{B697E758-44F1-4D37-B180-8AF7C07DDB42}"/>
          </ac:picMkLst>
        </pc:picChg>
        <pc:picChg chg="add mod">
          <ac:chgData name="Yuchen" userId="0dc2450c-70e8-461d-b8dc-542428721ea3" providerId="ADAL" clId="{048E6219-D376-455D-BC03-8422DB28F039}" dt="2026-04-27T00:41:22.879" v="3415" actId="1582"/>
          <ac:picMkLst>
            <pc:docMk/>
            <pc:sldMk cId="1437691719" sldId="311"/>
            <ac:picMk id="10" creationId="{750FB46B-39D6-4633-BB2D-DA30300DA4BA}"/>
          </ac:picMkLst>
        </pc:picChg>
        <pc:picChg chg="add mod">
          <ac:chgData name="Yuchen" userId="0dc2450c-70e8-461d-b8dc-542428721ea3" providerId="ADAL" clId="{048E6219-D376-455D-BC03-8422DB28F039}" dt="2026-04-27T00:42:33.758" v="3433" actId="1076"/>
          <ac:picMkLst>
            <pc:docMk/>
            <pc:sldMk cId="1437691719" sldId="311"/>
            <ac:picMk id="11" creationId="{F6ED53C2-9EFF-4A28-9C99-7A4D8E1BA462}"/>
          </ac:picMkLst>
        </pc:picChg>
      </pc:sldChg>
      <pc:sldChg chg="modSp new mod">
        <pc:chgData name="Yuchen" userId="0dc2450c-70e8-461d-b8dc-542428721ea3" providerId="ADAL" clId="{048E6219-D376-455D-BC03-8422DB28F039}" dt="2026-04-27T00:59:22.498" v="4615" actId="20577"/>
        <pc:sldMkLst>
          <pc:docMk/>
          <pc:sldMk cId="1237582709" sldId="312"/>
        </pc:sldMkLst>
        <pc:spChg chg="mod">
          <ac:chgData name="Yuchen" userId="0dc2450c-70e8-461d-b8dc-542428721ea3" providerId="ADAL" clId="{048E6219-D376-455D-BC03-8422DB28F039}" dt="2026-04-27T00:56:33.658" v="3979" actId="20577"/>
          <ac:spMkLst>
            <pc:docMk/>
            <pc:sldMk cId="1237582709" sldId="312"/>
            <ac:spMk id="2" creationId="{6F5E61D7-0829-4F47-BE38-D739EF28CF1D}"/>
          </ac:spMkLst>
        </pc:spChg>
        <pc:spChg chg="mod">
          <ac:chgData name="Yuchen" userId="0dc2450c-70e8-461d-b8dc-542428721ea3" providerId="ADAL" clId="{048E6219-D376-455D-BC03-8422DB28F039}" dt="2026-04-27T00:59:22.498" v="4615" actId="20577"/>
          <ac:spMkLst>
            <pc:docMk/>
            <pc:sldMk cId="1237582709" sldId="312"/>
            <ac:spMk id="3" creationId="{1F511ABE-2257-4F43-95D0-6AFA1F7F0A72}"/>
          </ac:spMkLst>
        </pc:spChg>
      </pc:sldChg>
      <pc:sldChg chg="addSp delSp modSp new mod modClrScheme chgLayout">
        <pc:chgData name="Yuchen" userId="0dc2450c-70e8-461d-b8dc-542428721ea3" providerId="ADAL" clId="{048E6219-D376-455D-BC03-8422DB28F039}" dt="2026-04-27T00:49:42.512" v="3585" actId="20577"/>
        <pc:sldMkLst>
          <pc:docMk/>
          <pc:sldMk cId="2091321589" sldId="313"/>
        </pc:sldMkLst>
        <pc:spChg chg="del mod ord">
          <ac:chgData name="Yuchen" userId="0dc2450c-70e8-461d-b8dc-542428721ea3" providerId="ADAL" clId="{048E6219-D376-455D-BC03-8422DB28F039}" dt="2026-04-27T00:49:02.974" v="3544" actId="700"/>
          <ac:spMkLst>
            <pc:docMk/>
            <pc:sldMk cId="2091321589" sldId="313"/>
            <ac:spMk id="2" creationId="{D6301902-0D01-4022-82AC-906731F2126C}"/>
          </ac:spMkLst>
        </pc:spChg>
        <pc:spChg chg="del">
          <ac:chgData name="Yuchen" userId="0dc2450c-70e8-461d-b8dc-542428721ea3" providerId="ADAL" clId="{048E6219-D376-455D-BC03-8422DB28F039}" dt="2026-04-27T00:49:02.974" v="3544" actId="700"/>
          <ac:spMkLst>
            <pc:docMk/>
            <pc:sldMk cId="2091321589" sldId="313"/>
            <ac:spMk id="3" creationId="{299D10C9-B444-42C8-9E18-DA9B2CE7F388}"/>
          </ac:spMkLst>
        </pc:spChg>
        <pc:spChg chg="add mod ord">
          <ac:chgData name="Yuchen" userId="0dc2450c-70e8-461d-b8dc-542428721ea3" providerId="ADAL" clId="{048E6219-D376-455D-BC03-8422DB28F039}" dt="2026-04-27T00:49:06.650" v="3569" actId="20577"/>
          <ac:spMkLst>
            <pc:docMk/>
            <pc:sldMk cId="2091321589" sldId="313"/>
            <ac:spMk id="4" creationId="{764CF4E5-D459-47C7-8CEE-F730DFB4F92F}"/>
          </ac:spMkLst>
        </pc:spChg>
        <pc:spChg chg="add mod ord">
          <ac:chgData name="Yuchen" userId="0dc2450c-70e8-461d-b8dc-542428721ea3" providerId="ADAL" clId="{048E6219-D376-455D-BC03-8422DB28F039}" dt="2026-04-27T00:49:42.512" v="3585" actId="20577"/>
          <ac:spMkLst>
            <pc:docMk/>
            <pc:sldMk cId="2091321589" sldId="313"/>
            <ac:spMk id="5" creationId="{1CF6A99F-C37D-43EA-B955-C40143266C8C}"/>
          </ac:spMkLst>
        </pc:spChg>
      </pc:sldChg>
    </pc:docChg>
  </pc:docChgLst>
  <pc:docChgLst>
    <pc:chgData name="Yuchen Zhou" userId="0dc2450c-70e8-461d-b8dc-542428721ea3" providerId="ADAL" clId="{048E6219-D376-455D-BC03-8422DB28F039}"/>
    <pc:docChg chg="undo custSel addSld delSld modSld sldOrd modMainMaster">
      <pc:chgData name="Yuchen Zhou" userId="0dc2450c-70e8-461d-b8dc-542428721ea3" providerId="ADAL" clId="{048E6219-D376-455D-BC03-8422DB28F039}" dt="2026-04-26T21:15:54.297" v="3558" actId="680"/>
      <pc:docMkLst>
        <pc:docMk/>
      </pc:docMkLst>
      <pc:sldChg chg="modSp mod">
        <pc:chgData name="Yuchen Zhou" userId="0dc2450c-70e8-461d-b8dc-542428721ea3" providerId="ADAL" clId="{048E6219-D376-455D-BC03-8422DB28F039}" dt="2026-04-26T02:18:44.147" v="594" actId="20577"/>
        <pc:sldMkLst>
          <pc:docMk/>
          <pc:sldMk cId="274335724" sldId="256"/>
        </pc:sldMkLst>
        <pc:spChg chg="mod">
          <ac:chgData name="Yuchen Zhou" userId="0dc2450c-70e8-461d-b8dc-542428721ea3" providerId="ADAL" clId="{048E6219-D376-455D-BC03-8422DB28F039}" dt="2026-04-05T02:32:38.888" v="0"/>
          <ac:spMkLst>
            <pc:docMk/>
            <pc:sldMk cId="274335724" sldId="256"/>
            <ac:spMk id="2" creationId="{4180D18B-8581-4791-9E15-A08535793C97}"/>
          </ac:spMkLst>
        </pc:spChg>
        <pc:spChg chg="mod">
          <ac:chgData name="Yuchen Zhou" userId="0dc2450c-70e8-461d-b8dc-542428721ea3" providerId="ADAL" clId="{048E6219-D376-455D-BC03-8422DB28F039}" dt="2026-04-05T02:32:38.888" v="0"/>
          <ac:spMkLst>
            <pc:docMk/>
            <pc:sldMk cId="274335724" sldId="256"/>
            <ac:spMk id="3" creationId="{0243D594-7FD2-4DFC-A9B1-0B67C3E8D768}"/>
          </ac:spMkLst>
        </pc:spChg>
        <pc:spChg chg="mod">
          <ac:chgData name="Yuchen Zhou" userId="0dc2450c-70e8-461d-b8dc-542428721ea3" providerId="ADAL" clId="{048E6219-D376-455D-BC03-8422DB28F039}" dt="2026-04-26T02:17:56.301" v="520" actId="255"/>
          <ac:spMkLst>
            <pc:docMk/>
            <pc:sldMk cId="274335724" sldId="256"/>
            <ac:spMk id="4" creationId="{3D64C2DA-86A7-4A22-A4FA-5B6976DA66A0}"/>
          </ac:spMkLst>
        </pc:spChg>
        <pc:spChg chg="mod">
          <ac:chgData name="Yuchen Zhou" userId="0dc2450c-70e8-461d-b8dc-542428721ea3" providerId="ADAL" clId="{048E6219-D376-455D-BC03-8422DB28F039}" dt="2026-04-26T02:18:44.147" v="594" actId="20577"/>
          <ac:spMkLst>
            <pc:docMk/>
            <pc:sldMk cId="274335724" sldId="256"/>
            <ac:spMk id="5" creationId="{1B741F90-1995-475F-BA1E-B1A9354A4F62}"/>
          </ac:spMkLst>
        </pc:spChg>
      </pc:sldChg>
      <pc:sldChg chg="del">
        <pc:chgData name="Yuchen Zhou" userId="0dc2450c-70e8-461d-b8dc-542428721ea3" providerId="ADAL" clId="{048E6219-D376-455D-BC03-8422DB28F039}" dt="2026-04-26T02:32:53.359" v="1687" actId="47"/>
        <pc:sldMkLst>
          <pc:docMk/>
          <pc:sldMk cId="3824818649" sldId="257"/>
        </pc:sldMkLst>
      </pc:sldChg>
      <pc:sldChg chg="del">
        <pc:chgData name="Yuchen Zhou" userId="0dc2450c-70e8-461d-b8dc-542428721ea3" providerId="ADAL" clId="{048E6219-D376-455D-BC03-8422DB28F039}" dt="2026-04-26T02:32:53.359" v="1687" actId="47"/>
        <pc:sldMkLst>
          <pc:docMk/>
          <pc:sldMk cId="4088162744" sldId="258"/>
        </pc:sldMkLst>
      </pc:sldChg>
      <pc:sldChg chg="addSp modSp del">
        <pc:chgData name="Yuchen Zhou" userId="0dc2450c-70e8-461d-b8dc-542428721ea3" providerId="ADAL" clId="{048E6219-D376-455D-BC03-8422DB28F039}" dt="2026-04-26T02:32:53.359" v="1687" actId="47"/>
        <pc:sldMkLst>
          <pc:docMk/>
          <pc:sldMk cId="85486560" sldId="259"/>
        </pc:sldMkLst>
        <pc:picChg chg="add mod">
          <ac:chgData name="Yuchen Zhou" userId="0dc2450c-70e8-461d-b8dc-542428721ea3" providerId="ADAL" clId="{048E6219-D376-455D-BC03-8422DB28F039}" dt="2026-04-05T14:14:27.995" v="1"/>
          <ac:picMkLst>
            <pc:docMk/>
            <pc:sldMk cId="85486560" sldId="259"/>
            <ac:picMk id="6" creationId="{1A57590F-72C8-485C-B50E-153C05234F22}"/>
          </ac:picMkLst>
        </pc:picChg>
      </pc:sldChg>
      <pc:sldChg chg="ord">
        <pc:chgData name="Yuchen Zhou" userId="0dc2450c-70e8-461d-b8dc-542428721ea3" providerId="ADAL" clId="{048E6219-D376-455D-BC03-8422DB28F039}" dt="2026-04-05T16:18:15.862" v="6"/>
        <pc:sldMkLst>
          <pc:docMk/>
          <pc:sldMk cId="2095675226" sldId="260"/>
        </pc:sldMkLst>
      </pc:sldChg>
      <pc:sldChg chg="addSp delSp modSp">
        <pc:chgData name="Yuchen Zhou" userId="0dc2450c-70e8-461d-b8dc-542428721ea3" providerId="ADAL" clId="{048E6219-D376-455D-BC03-8422DB28F039}" dt="2026-04-05T14:14:43.179" v="2"/>
        <pc:sldMkLst>
          <pc:docMk/>
          <pc:sldMk cId="2524365024" sldId="261"/>
        </pc:sldMkLst>
        <pc:spChg chg="del">
          <ac:chgData name="Yuchen Zhou" userId="0dc2450c-70e8-461d-b8dc-542428721ea3" providerId="ADAL" clId="{048E6219-D376-455D-BC03-8422DB28F039}" dt="2026-04-05T14:14:43.179" v="2"/>
          <ac:spMkLst>
            <pc:docMk/>
            <pc:sldMk cId="2524365024" sldId="261"/>
            <ac:spMk id="3" creationId="{538251FB-29ED-4FC2-A8DC-B622FCBC9731}"/>
          </ac:spMkLst>
        </pc:spChg>
        <pc:picChg chg="add mod">
          <ac:chgData name="Yuchen Zhou" userId="0dc2450c-70e8-461d-b8dc-542428721ea3" providerId="ADAL" clId="{048E6219-D376-455D-BC03-8422DB28F039}" dt="2026-04-05T14:14:43.179" v="2"/>
          <ac:picMkLst>
            <pc:docMk/>
            <pc:sldMk cId="2524365024" sldId="261"/>
            <ac:picMk id="5" creationId="{F9E77196-DEFC-4145-96F8-72924B1BCC55}"/>
          </ac:picMkLst>
        </pc:picChg>
      </pc:sldChg>
      <pc:sldChg chg="ord">
        <pc:chgData name="Yuchen Zhou" userId="0dc2450c-70e8-461d-b8dc-542428721ea3" providerId="ADAL" clId="{048E6219-D376-455D-BC03-8422DB28F039}" dt="2026-04-26T02:35:59.620" v="1736"/>
        <pc:sldMkLst>
          <pc:docMk/>
          <pc:sldMk cId="3397134877" sldId="262"/>
        </pc:sldMkLst>
      </pc:sldChg>
      <pc:sldChg chg="addSp delSp modSp ord">
        <pc:chgData name="Yuchen Zhou" userId="0dc2450c-70e8-461d-b8dc-542428721ea3" providerId="ADAL" clId="{048E6219-D376-455D-BC03-8422DB28F039}" dt="2026-04-05T14:17:09.607" v="4"/>
        <pc:sldMkLst>
          <pc:docMk/>
          <pc:sldMk cId="775334626" sldId="263"/>
        </pc:sldMkLst>
        <pc:spChg chg="del">
          <ac:chgData name="Yuchen Zhou" userId="0dc2450c-70e8-461d-b8dc-542428721ea3" providerId="ADAL" clId="{048E6219-D376-455D-BC03-8422DB28F039}" dt="2026-04-05T14:15:51.851" v="3"/>
          <ac:spMkLst>
            <pc:docMk/>
            <pc:sldMk cId="775334626" sldId="263"/>
            <ac:spMk id="3" creationId="{89859656-6002-4200-8009-680C9CC8AFC2}"/>
          </ac:spMkLst>
        </pc:spChg>
        <pc:picChg chg="add mod">
          <ac:chgData name="Yuchen Zhou" userId="0dc2450c-70e8-461d-b8dc-542428721ea3" providerId="ADAL" clId="{048E6219-D376-455D-BC03-8422DB28F039}" dt="2026-04-05T14:15:51.851" v="3"/>
          <ac:picMkLst>
            <pc:docMk/>
            <pc:sldMk cId="775334626" sldId="263"/>
            <ac:picMk id="5" creationId="{A09C6566-73D6-4C78-974C-064749DB853E}"/>
          </ac:picMkLst>
        </pc:picChg>
      </pc:sldChg>
      <pc:sldChg chg="addSp delSp modSp">
        <pc:chgData name="Yuchen Zhou" userId="0dc2450c-70e8-461d-b8dc-542428721ea3" providerId="ADAL" clId="{048E6219-D376-455D-BC03-8422DB28F039}" dt="2026-04-05T16:10:45.268" v="5"/>
        <pc:sldMkLst>
          <pc:docMk/>
          <pc:sldMk cId="71853433" sldId="264"/>
        </pc:sldMkLst>
        <pc:spChg chg="del">
          <ac:chgData name="Yuchen Zhou" userId="0dc2450c-70e8-461d-b8dc-542428721ea3" providerId="ADAL" clId="{048E6219-D376-455D-BC03-8422DB28F039}" dt="2026-04-05T16:10:45.268" v="5"/>
          <ac:spMkLst>
            <pc:docMk/>
            <pc:sldMk cId="71853433" sldId="264"/>
            <ac:spMk id="3" creationId="{ACC913D0-6181-4585-AB08-94D6FA4405E2}"/>
          </ac:spMkLst>
        </pc:spChg>
        <pc:picChg chg="add mod">
          <ac:chgData name="Yuchen Zhou" userId="0dc2450c-70e8-461d-b8dc-542428721ea3" providerId="ADAL" clId="{048E6219-D376-455D-BC03-8422DB28F039}" dt="2026-04-05T16:10:45.268" v="5"/>
          <ac:picMkLst>
            <pc:docMk/>
            <pc:sldMk cId="71853433" sldId="264"/>
            <ac:picMk id="5" creationId="{4807E442-319A-4923-95DE-2CFF4C3B7FAF}"/>
          </ac:picMkLst>
        </pc:picChg>
      </pc:sldChg>
      <pc:sldChg chg="ord">
        <pc:chgData name="Yuchen Zhou" userId="0dc2450c-70e8-461d-b8dc-542428721ea3" providerId="ADAL" clId="{048E6219-D376-455D-BC03-8422DB28F039}" dt="2026-04-05T16:37:59.040" v="202"/>
        <pc:sldMkLst>
          <pc:docMk/>
          <pc:sldMk cId="3431451803" sldId="265"/>
        </pc:sldMkLst>
      </pc:sldChg>
      <pc:sldChg chg="addSp delSp modSp ord">
        <pc:chgData name="Yuchen Zhou" userId="0dc2450c-70e8-461d-b8dc-542428721ea3" providerId="ADAL" clId="{048E6219-D376-455D-BC03-8422DB28F039}" dt="2026-04-05T17:14:13.578" v="204"/>
        <pc:sldMkLst>
          <pc:docMk/>
          <pc:sldMk cId="3595109887" sldId="266"/>
        </pc:sldMkLst>
        <pc:spChg chg="add del mod">
          <ac:chgData name="Yuchen Zhou" userId="0dc2450c-70e8-461d-b8dc-542428721ea3" providerId="ADAL" clId="{048E6219-D376-455D-BC03-8422DB28F039}" dt="2026-04-05T16:37:42.290" v="198"/>
          <ac:spMkLst>
            <pc:docMk/>
            <pc:sldMk cId="3595109887" sldId="266"/>
            <ac:spMk id="7" creationId="{391906A0-85DB-4052-B8A7-A1F942B7CB32}"/>
          </ac:spMkLst>
        </pc:spChg>
        <pc:spChg chg="mod">
          <ac:chgData name="Yuchen Zhou" userId="0dc2450c-70e8-461d-b8dc-542428721ea3" providerId="ADAL" clId="{048E6219-D376-455D-BC03-8422DB28F039}" dt="2026-04-05T16:37:36.823" v="197" actId="20577"/>
          <ac:spMkLst>
            <pc:docMk/>
            <pc:sldMk cId="3595109887" sldId="266"/>
            <ac:spMk id="9" creationId="{E4C9C72C-CDBF-4F21-BCB9-864B4A882552}"/>
          </ac:spMkLst>
        </pc:spChg>
      </pc:sldChg>
      <pc:sldChg chg="addSp delSp modSp ord">
        <pc:chgData name="Yuchen Zhou" userId="0dc2450c-70e8-461d-b8dc-542428721ea3" providerId="ADAL" clId="{048E6219-D376-455D-BC03-8422DB28F039}" dt="2026-04-05T17:14:14.645" v="205"/>
        <pc:sldMkLst>
          <pc:docMk/>
          <pc:sldMk cId="2262501984" sldId="267"/>
        </pc:sldMkLst>
        <pc:spChg chg="del">
          <ac:chgData name="Yuchen Zhou" userId="0dc2450c-70e8-461d-b8dc-542428721ea3" providerId="ADAL" clId="{048E6219-D376-455D-BC03-8422DB28F039}" dt="2026-04-05T17:14:14.645" v="205"/>
          <ac:spMkLst>
            <pc:docMk/>
            <pc:sldMk cId="2262501984" sldId="267"/>
            <ac:spMk id="8" creationId="{69E16163-9134-48E1-8E22-02C0CEF71ABB}"/>
          </ac:spMkLst>
        </pc:spChg>
        <pc:picChg chg="add mod">
          <ac:chgData name="Yuchen Zhou" userId="0dc2450c-70e8-461d-b8dc-542428721ea3" providerId="ADAL" clId="{048E6219-D376-455D-BC03-8422DB28F039}" dt="2026-04-05T17:14:14.645" v="205"/>
          <ac:picMkLst>
            <pc:docMk/>
            <pc:sldMk cId="2262501984" sldId="267"/>
            <ac:picMk id="9" creationId="{AD2DD8D3-91CA-4B8A-861F-EB14058DCC9B}"/>
          </ac:picMkLst>
        </pc:picChg>
      </pc:sldChg>
      <pc:sldChg chg="addSp delSp modSp del mod ord modClrScheme chgLayout">
        <pc:chgData name="Yuchen Zhou" userId="0dc2450c-70e8-461d-b8dc-542428721ea3" providerId="ADAL" clId="{048E6219-D376-455D-BC03-8422DB28F039}" dt="2026-04-26T03:02:16.255" v="2521" actId="47"/>
        <pc:sldMkLst>
          <pc:docMk/>
          <pc:sldMk cId="389152450" sldId="268"/>
        </pc:sldMkLst>
        <pc:spChg chg="del mod ord">
          <ac:chgData name="Yuchen Zhou" userId="0dc2450c-70e8-461d-b8dc-542428721ea3" providerId="ADAL" clId="{048E6219-D376-455D-BC03-8422DB28F039}" dt="2026-04-26T02:53:52.201" v="1879" actId="700"/>
          <ac:spMkLst>
            <pc:docMk/>
            <pc:sldMk cId="389152450" sldId="268"/>
            <ac:spMk id="2" creationId="{C146BDA3-BB38-4498-BB28-42443463C9D7}"/>
          </ac:spMkLst>
        </pc:spChg>
        <pc:spChg chg="add mod ord">
          <ac:chgData name="Yuchen Zhou" userId="0dc2450c-70e8-461d-b8dc-542428721ea3" providerId="ADAL" clId="{048E6219-D376-455D-BC03-8422DB28F039}" dt="2026-04-26T02:53:52.201" v="1879" actId="700"/>
          <ac:spMkLst>
            <pc:docMk/>
            <pc:sldMk cId="389152450" sldId="268"/>
            <ac:spMk id="3" creationId="{14C41531-33A6-43A6-B65C-9BE38D29EDE2}"/>
          </ac:spMkLst>
        </pc:spChg>
        <pc:spChg chg="del">
          <ac:chgData name="Yuchen Zhou" userId="0dc2450c-70e8-461d-b8dc-542428721ea3" providerId="ADAL" clId="{048E6219-D376-455D-BC03-8422DB28F039}" dt="2026-04-23T03:21:37.657" v="206" actId="22"/>
          <ac:spMkLst>
            <pc:docMk/>
            <pc:sldMk cId="389152450" sldId="268"/>
            <ac:spMk id="3" creationId="{F325B098-C506-437E-AED6-D61CA03E0DE0}"/>
          </ac:spMkLst>
        </pc:spChg>
        <pc:spChg chg="del mod ord">
          <ac:chgData name="Yuchen Zhou" userId="0dc2450c-70e8-461d-b8dc-542428721ea3" providerId="ADAL" clId="{048E6219-D376-455D-BC03-8422DB28F039}" dt="2026-04-26T02:53:52.201" v="1879" actId="700"/>
          <ac:spMkLst>
            <pc:docMk/>
            <pc:sldMk cId="389152450" sldId="268"/>
            <ac:spMk id="4" creationId="{FFFE6555-AC93-4CC3-9228-2C2A0C4B8EAE}"/>
          </ac:spMkLst>
        </pc:spChg>
        <pc:spChg chg="add mod ord">
          <ac:chgData name="Yuchen Zhou" userId="0dc2450c-70e8-461d-b8dc-542428721ea3" providerId="ADAL" clId="{048E6219-D376-455D-BC03-8422DB28F039}" dt="2026-04-26T02:53:52.201" v="1879" actId="700"/>
          <ac:spMkLst>
            <pc:docMk/>
            <pc:sldMk cId="389152450" sldId="268"/>
            <ac:spMk id="5" creationId="{6E8F7BD7-A6E2-44E3-8AAC-C95C79D42BF7}"/>
          </ac:spMkLst>
        </pc:spChg>
        <pc:picChg chg="add del mod ord">
          <ac:chgData name="Yuchen Zhou" userId="0dc2450c-70e8-461d-b8dc-542428721ea3" providerId="ADAL" clId="{048E6219-D376-455D-BC03-8422DB28F039}" dt="2026-04-26T02:58:01.602" v="2143" actId="21"/>
          <ac:picMkLst>
            <pc:docMk/>
            <pc:sldMk cId="389152450" sldId="268"/>
            <ac:picMk id="6" creationId="{B5BC71EE-DBD6-4C9E-AC27-48E866583ADF}"/>
          </ac:picMkLst>
        </pc:picChg>
        <pc:picChg chg="add mod">
          <ac:chgData name="Yuchen Zhou" userId="0dc2450c-70e8-461d-b8dc-542428721ea3" providerId="ADAL" clId="{048E6219-D376-455D-BC03-8422DB28F039}" dt="2026-04-26T02:58:17.956" v="2154" actId="1076"/>
          <ac:picMkLst>
            <pc:docMk/>
            <pc:sldMk cId="389152450" sldId="268"/>
            <ac:picMk id="8" creationId="{3923BC8E-B61C-41DC-9DEB-DE5CE59AD0F5}"/>
          </ac:picMkLst>
        </pc:picChg>
        <pc:picChg chg="add del mod">
          <ac:chgData name="Yuchen Zhou" userId="0dc2450c-70e8-461d-b8dc-542428721ea3" providerId="ADAL" clId="{048E6219-D376-455D-BC03-8422DB28F039}" dt="2026-04-26T02:58:03.012" v="2145"/>
          <ac:picMkLst>
            <pc:docMk/>
            <pc:sldMk cId="389152450" sldId="268"/>
            <ac:picMk id="9" creationId="{584766C7-C4AA-42E4-AB4A-9B74C9BCCFAC}"/>
          </ac:picMkLst>
        </pc:picChg>
        <pc:picChg chg="add mod">
          <ac:chgData name="Yuchen Zhou" userId="0dc2450c-70e8-461d-b8dc-542428721ea3" providerId="ADAL" clId="{048E6219-D376-455D-BC03-8422DB28F039}" dt="2026-04-26T02:58:16.092" v="2153" actId="1076"/>
          <ac:picMkLst>
            <pc:docMk/>
            <pc:sldMk cId="389152450" sldId="268"/>
            <ac:picMk id="10" creationId="{A3FE1310-FA2D-4379-8FD9-08ECD6E02E07}"/>
          </ac:picMkLst>
        </pc:picChg>
      </pc:sldChg>
      <pc:sldChg chg="new ord">
        <pc:chgData name="Yuchen Zhou" userId="0dc2450c-70e8-461d-b8dc-542428721ea3" providerId="ADAL" clId="{048E6219-D376-455D-BC03-8422DB28F039}" dt="2026-04-26T02:18:59.300" v="597"/>
        <pc:sldMkLst>
          <pc:docMk/>
          <pc:sldMk cId="3223034924" sldId="269"/>
        </pc:sldMkLst>
      </pc:sldChg>
      <pc:sldChg chg="addSp delSp modSp new mod modClrScheme chgLayout">
        <pc:chgData name="Yuchen Zhou" userId="0dc2450c-70e8-461d-b8dc-542428721ea3" providerId="ADAL" clId="{048E6219-D376-455D-BC03-8422DB28F039}" dt="2026-04-26T03:01:49.211" v="2520" actId="14100"/>
        <pc:sldMkLst>
          <pc:docMk/>
          <pc:sldMk cId="2835484373" sldId="270"/>
        </pc:sldMkLst>
        <pc:spChg chg="mod ord">
          <ac:chgData name="Yuchen Zhou" userId="0dc2450c-70e8-461d-b8dc-542428721ea3" providerId="ADAL" clId="{048E6219-D376-455D-BC03-8422DB28F039}" dt="2026-04-26T03:00:12.762" v="2508" actId="20577"/>
          <ac:spMkLst>
            <pc:docMk/>
            <pc:sldMk cId="2835484373" sldId="270"/>
            <ac:spMk id="2" creationId="{5CACC87E-6BCB-4211-858E-A5EF34987291}"/>
          </ac:spMkLst>
        </pc:spChg>
        <pc:spChg chg="del">
          <ac:chgData name="Yuchen Zhou" userId="0dc2450c-70e8-461d-b8dc-542428721ea3" providerId="ADAL" clId="{048E6219-D376-455D-BC03-8422DB28F039}" dt="2026-04-26T02:58:31.013" v="2166" actId="700"/>
          <ac:spMkLst>
            <pc:docMk/>
            <pc:sldMk cId="2835484373" sldId="270"/>
            <ac:spMk id="3" creationId="{4EB78900-E78F-4E57-8BEF-B261E47FC4F7}"/>
          </ac:spMkLst>
        </pc:spChg>
        <pc:spChg chg="del mod ord">
          <ac:chgData name="Yuchen Zhou" userId="0dc2450c-70e8-461d-b8dc-542428721ea3" providerId="ADAL" clId="{048E6219-D376-455D-BC03-8422DB28F039}" dt="2026-04-26T02:58:31.013" v="2166" actId="700"/>
          <ac:spMkLst>
            <pc:docMk/>
            <pc:sldMk cId="2835484373" sldId="270"/>
            <ac:spMk id="4" creationId="{52659748-7463-43DE-AAEE-2833822B16DD}"/>
          </ac:spMkLst>
        </pc:spChg>
        <pc:spChg chg="add del mod ord">
          <ac:chgData name="Yuchen Zhou" userId="0dc2450c-70e8-461d-b8dc-542428721ea3" providerId="ADAL" clId="{048E6219-D376-455D-BC03-8422DB28F039}" dt="2026-04-26T03:01:22.090" v="2515" actId="478"/>
          <ac:spMkLst>
            <pc:docMk/>
            <pc:sldMk cId="2835484373" sldId="270"/>
            <ac:spMk id="5" creationId="{A4197ECD-C039-4204-B0D1-1B8321226B35}"/>
          </ac:spMkLst>
        </pc:spChg>
        <pc:spChg chg="add del mod">
          <ac:chgData name="Yuchen Zhou" userId="0dc2450c-70e8-461d-b8dc-542428721ea3" providerId="ADAL" clId="{048E6219-D376-455D-BC03-8422DB28F039}" dt="2026-04-26T03:00:02.540" v="2470"/>
          <ac:spMkLst>
            <pc:docMk/>
            <pc:sldMk cId="2835484373" sldId="270"/>
            <ac:spMk id="6" creationId="{2218195F-3843-426D-B5E1-E74D358D4CC0}"/>
          </ac:spMkLst>
        </pc:spChg>
        <pc:picChg chg="add mod">
          <ac:chgData name="Yuchen Zhou" userId="0dc2450c-70e8-461d-b8dc-542428721ea3" providerId="ADAL" clId="{048E6219-D376-455D-BC03-8422DB28F039}" dt="2026-04-26T03:01:23.565" v="2516" actId="1076"/>
          <ac:picMkLst>
            <pc:docMk/>
            <pc:sldMk cId="2835484373" sldId="270"/>
            <ac:picMk id="8" creationId="{E568ED9C-54BC-4D0E-8E99-1F5C3BA5F70B}"/>
          </ac:picMkLst>
        </pc:picChg>
        <pc:picChg chg="add mod">
          <ac:chgData name="Yuchen Zhou" userId="0dc2450c-70e8-461d-b8dc-542428721ea3" providerId="ADAL" clId="{048E6219-D376-455D-BC03-8422DB28F039}" dt="2026-04-26T03:01:49.211" v="2520" actId="14100"/>
          <ac:picMkLst>
            <pc:docMk/>
            <pc:sldMk cId="2835484373" sldId="270"/>
            <ac:picMk id="10" creationId="{B1E961AB-8FC5-4735-9EDF-453F870B5138}"/>
          </ac:picMkLst>
        </pc:picChg>
      </pc:sldChg>
      <pc:sldChg chg="new">
        <pc:chgData name="Yuchen Zhou" userId="0dc2450c-70e8-461d-b8dc-542428721ea3" providerId="ADAL" clId="{048E6219-D376-455D-BC03-8422DB28F039}" dt="2026-04-26T02:19:18.705" v="599" actId="680"/>
        <pc:sldMkLst>
          <pc:docMk/>
          <pc:sldMk cId="1186623262" sldId="271"/>
        </pc:sldMkLst>
      </pc:sldChg>
      <pc:sldChg chg="modSp new mod">
        <pc:chgData name="Yuchen Zhou" userId="0dc2450c-70e8-461d-b8dc-542428721ea3" providerId="ADAL" clId="{048E6219-D376-455D-BC03-8422DB28F039}" dt="2026-04-26T02:28:54.600" v="1623" actId="113"/>
        <pc:sldMkLst>
          <pc:docMk/>
          <pc:sldMk cId="3866600722" sldId="272"/>
        </pc:sldMkLst>
        <pc:spChg chg="mod">
          <ac:chgData name="Yuchen Zhou" userId="0dc2450c-70e8-461d-b8dc-542428721ea3" providerId="ADAL" clId="{048E6219-D376-455D-BC03-8422DB28F039}" dt="2026-04-26T02:20:51.461" v="758" actId="20577"/>
          <ac:spMkLst>
            <pc:docMk/>
            <pc:sldMk cId="3866600722" sldId="272"/>
            <ac:spMk id="2" creationId="{FEFE2902-F443-487B-B24F-ABF2522ECA3B}"/>
          </ac:spMkLst>
        </pc:spChg>
        <pc:spChg chg="mod">
          <ac:chgData name="Yuchen Zhou" userId="0dc2450c-70e8-461d-b8dc-542428721ea3" providerId="ADAL" clId="{048E6219-D376-455D-BC03-8422DB28F039}" dt="2026-04-26T02:28:54.600" v="1623" actId="113"/>
          <ac:spMkLst>
            <pc:docMk/>
            <pc:sldMk cId="3866600722" sldId="272"/>
            <ac:spMk id="3" creationId="{D1E4DD8B-46EE-4CDB-B35E-88580B75F384}"/>
          </ac:spMkLst>
        </pc:spChg>
      </pc:sldChg>
      <pc:sldChg chg="modSp add mod">
        <pc:chgData name="Yuchen Zhou" userId="0dc2450c-70e8-461d-b8dc-542428721ea3" providerId="ADAL" clId="{048E6219-D376-455D-BC03-8422DB28F039}" dt="2026-04-26T02:28:39.726" v="1620" actId="20577"/>
        <pc:sldMkLst>
          <pc:docMk/>
          <pc:sldMk cId="2675622712" sldId="273"/>
        </pc:sldMkLst>
        <pc:spChg chg="mod">
          <ac:chgData name="Yuchen Zhou" userId="0dc2450c-70e8-461d-b8dc-542428721ea3" providerId="ADAL" clId="{048E6219-D376-455D-BC03-8422DB28F039}" dt="2026-04-26T02:22:07.800" v="923" actId="20577"/>
          <ac:spMkLst>
            <pc:docMk/>
            <pc:sldMk cId="2675622712" sldId="273"/>
            <ac:spMk id="2" creationId="{FEFE2902-F443-487B-B24F-ABF2522ECA3B}"/>
          </ac:spMkLst>
        </pc:spChg>
        <pc:spChg chg="mod">
          <ac:chgData name="Yuchen Zhou" userId="0dc2450c-70e8-461d-b8dc-542428721ea3" providerId="ADAL" clId="{048E6219-D376-455D-BC03-8422DB28F039}" dt="2026-04-26T02:28:39.726" v="1620" actId="20577"/>
          <ac:spMkLst>
            <pc:docMk/>
            <pc:sldMk cId="2675622712" sldId="273"/>
            <ac:spMk id="3" creationId="{D1E4DD8B-46EE-4CDB-B35E-88580B75F384}"/>
          </ac:spMkLst>
        </pc:spChg>
      </pc:sldChg>
      <pc:sldChg chg="modSp add mod">
        <pc:chgData name="Yuchen Zhou" userId="0dc2450c-70e8-461d-b8dc-542428721ea3" providerId="ADAL" clId="{048E6219-D376-455D-BC03-8422DB28F039}" dt="2026-04-26T02:28:06.270" v="1533" actId="20577"/>
        <pc:sldMkLst>
          <pc:docMk/>
          <pc:sldMk cId="3270276829" sldId="274"/>
        </pc:sldMkLst>
        <pc:spChg chg="mod">
          <ac:chgData name="Yuchen Zhou" userId="0dc2450c-70e8-461d-b8dc-542428721ea3" providerId="ADAL" clId="{048E6219-D376-455D-BC03-8422DB28F039}" dt="2026-04-26T02:28:06.270" v="1533" actId="20577"/>
          <ac:spMkLst>
            <pc:docMk/>
            <pc:sldMk cId="3270276829" sldId="274"/>
            <ac:spMk id="2" creationId="{FEFE2902-F443-487B-B24F-ABF2522ECA3B}"/>
          </ac:spMkLst>
        </pc:spChg>
        <pc:spChg chg="mod">
          <ac:chgData name="Yuchen Zhou" userId="0dc2450c-70e8-461d-b8dc-542428721ea3" providerId="ADAL" clId="{048E6219-D376-455D-BC03-8422DB28F039}" dt="2026-04-26T02:23:03.617" v="973" actId="2711"/>
          <ac:spMkLst>
            <pc:docMk/>
            <pc:sldMk cId="3270276829" sldId="274"/>
            <ac:spMk id="3" creationId="{D1E4DD8B-46EE-4CDB-B35E-88580B75F384}"/>
          </ac:spMkLst>
        </pc:spChg>
      </pc:sldChg>
      <pc:sldChg chg="modSp new del mod">
        <pc:chgData name="Yuchen Zhou" userId="0dc2450c-70e8-461d-b8dc-542428721ea3" providerId="ADAL" clId="{048E6219-D376-455D-BC03-8422DB28F039}" dt="2026-04-26T02:21:09.186" v="765" actId="47"/>
        <pc:sldMkLst>
          <pc:docMk/>
          <pc:sldMk cId="3834631587" sldId="274"/>
        </pc:sldMkLst>
        <pc:spChg chg="mod">
          <ac:chgData name="Yuchen Zhou" userId="0dc2450c-70e8-461d-b8dc-542428721ea3" providerId="ADAL" clId="{048E6219-D376-455D-BC03-8422DB28F039}" dt="2026-04-26T02:21:06.679" v="764" actId="20577"/>
          <ac:spMkLst>
            <pc:docMk/>
            <pc:sldMk cId="3834631587" sldId="274"/>
            <ac:spMk id="2" creationId="{2B93FA9A-DA0F-411A-9252-7083369B8720}"/>
          </ac:spMkLst>
        </pc:spChg>
      </pc:sldChg>
      <pc:sldChg chg="modSp add mod ord">
        <pc:chgData name="Yuchen Zhou" userId="0dc2450c-70e8-461d-b8dc-542428721ea3" providerId="ADAL" clId="{048E6219-D376-455D-BC03-8422DB28F039}" dt="2026-04-26T02:31:23.191" v="1671" actId="20577"/>
        <pc:sldMkLst>
          <pc:docMk/>
          <pc:sldMk cId="2590012243" sldId="275"/>
        </pc:sldMkLst>
        <pc:spChg chg="mod">
          <ac:chgData name="Yuchen Zhou" userId="0dc2450c-70e8-461d-b8dc-542428721ea3" providerId="ADAL" clId="{048E6219-D376-455D-BC03-8422DB28F039}" dt="2026-04-26T02:31:23.191" v="1671" actId="20577"/>
          <ac:spMkLst>
            <pc:docMk/>
            <pc:sldMk cId="2590012243" sldId="275"/>
            <ac:spMk id="2" creationId="{FEFE2902-F443-487B-B24F-ABF2522ECA3B}"/>
          </ac:spMkLst>
        </pc:spChg>
        <pc:spChg chg="mod">
          <ac:chgData name="Yuchen Zhou" userId="0dc2450c-70e8-461d-b8dc-542428721ea3" providerId="ADAL" clId="{048E6219-D376-455D-BC03-8422DB28F039}" dt="2026-04-26T02:31:09.361" v="1630" actId="113"/>
          <ac:spMkLst>
            <pc:docMk/>
            <pc:sldMk cId="2590012243" sldId="275"/>
            <ac:spMk id="3" creationId="{D1E4DD8B-46EE-4CDB-B35E-88580B75F384}"/>
          </ac:spMkLst>
        </pc:spChg>
      </pc:sldChg>
      <pc:sldChg chg="addSp delSp modSp add mod">
        <pc:chgData name="Yuchen Zhou" userId="0dc2450c-70e8-461d-b8dc-542428721ea3" providerId="ADAL" clId="{048E6219-D376-455D-BC03-8422DB28F039}" dt="2026-04-26T02:59:19.550" v="2312" actId="22"/>
        <pc:sldMkLst>
          <pc:docMk/>
          <pc:sldMk cId="2075343813" sldId="276"/>
        </pc:sldMkLst>
        <pc:spChg chg="mod">
          <ac:chgData name="Yuchen Zhou" userId="0dc2450c-70e8-461d-b8dc-542428721ea3" providerId="ADAL" clId="{048E6219-D376-455D-BC03-8422DB28F039}" dt="2026-04-26T02:37:30.530" v="1854" actId="20577"/>
          <ac:spMkLst>
            <pc:docMk/>
            <pc:sldMk cId="2075343813" sldId="276"/>
            <ac:spMk id="2" creationId="{FEFE2902-F443-487B-B24F-ABF2522ECA3B}"/>
          </ac:spMkLst>
        </pc:spChg>
        <pc:spChg chg="mod">
          <ac:chgData name="Yuchen Zhou" userId="0dc2450c-70e8-461d-b8dc-542428721ea3" providerId="ADAL" clId="{048E6219-D376-455D-BC03-8422DB28F039}" dt="2026-04-26T02:44:05.736" v="1873" actId="113"/>
          <ac:spMkLst>
            <pc:docMk/>
            <pc:sldMk cId="2075343813" sldId="276"/>
            <ac:spMk id="3" creationId="{D1E4DD8B-46EE-4CDB-B35E-88580B75F384}"/>
          </ac:spMkLst>
        </pc:spChg>
        <pc:spChg chg="add del">
          <ac:chgData name="Yuchen Zhou" userId="0dc2450c-70e8-461d-b8dc-542428721ea3" providerId="ADAL" clId="{048E6219-D376-455D-BC03-8422DB28F039}" dt="2026-04-26T02:59:19.550" v="2312" actId="22"/>
          <ac:spMkLst>
            <pc:docMk/>
            <pc:sldMk cId="2075343813" sldId="276"/>
            <ac:spMk id="5" creationId="{D57A54BC-99F5-436A-8327-F37FBD554419}"/>
          </ac:spMkLst>
        </pc:spChg>
      </pc:sldChg>
      <pc:sldChg chg="add del">
        <pc:chgData name="Yuchen Zhou" userId="0dc2450c-70e8-461d-b8dc-542428721ea3" providerId="ADAL" clId="{048E6219-D376-455D-BC03-8422DB28F039}" dt="2026-04-26T02:44:12.925" v="1874" actId="47"/>
        <pc:sldMkLst>
          <pc:docMk/>
          <pc:sldMk cId="2149902382" sldId="277"/>
        </pc:sldMkLst>
      </pc:sldChg>
      <pc:sldChg chg="new del">
        <pc:chgData name="Yuchen Zhou" userId="0dc2450c-70e8-461d-b8dc-542428721ea3" providerId="ADAL" clId="{048E6219-D376-455D-BC03-8422DB28F039}" dt="2026-04-26T02:32:29.899" v="1678" actId="47"/>
        <pc:sldMkLst>
          <pc:docMk/>
          <pc:sldMk cId="1697974196" sldId="278"/>
        </pc:sldMkLst>
      </pc:sldChg>
      <pc:sldChg chg="modSp new mod ord">
        <pc:chgData name="Yuchen Zhou" userId="0dc2450c-70e8-461d-b8dc-542428721ea3" providerId="ADAL" clId="{048E6219-D376-455D-BC03-8422DB28F039}" dt="2026-04-26T02:32:50.408" v="1686" actId="2711"/>
        <pc:sldMkLst>
          <pc:docMk/>
          <pc:sldMk cId="1754757834" sldId="278"/>
        </pc:sldMkLst>
        <pc:spChg chg="mod">
          <ac:chgData name="Yuchen Zhou" userId="0dc2450c-70e8-461d-b8dc-542428721ea3" providerId="ADAL" clId="{048E6219-D376-455D-BC03-8422DB28F039}" dt="2026-04-26T02:32:45.417" v="1685" actId="2711"/>
          <ac:spMkLst>
            <pc:docMk/>
            <pc:sldMk cId="1754757834" sldId="278"/>
            <ac:spMk id="2" creationId="{0EE2C23E-04BF-44A2-9F34-C24422626922}"/>
          </ac:spMkLst>
        </pc:spChg>
        <pc:spChg chg="mod">
          <ac:chgData name="Yuchen Zhou" userId="0dc2450c-70e8-461d-b8dc-542428721ea3" providerId="ADAL" clId="{048E6219-D376-455D-BC03-8422DB28F039}" dt="2026-04-26T02:32:50.408" v="1686" actId="2711"/>
          <ac:spMkLst>
            <pc:docMk/>
            <pc:sldMk cId="1754757834" sldId="278"/>
            <ac:spMk id="3" creationId="{6CF11555-454B-4831-B48C-A8D1799FD917}"/>
          </ac:spMkLst>
        </pc:spChg>
      </pc:sldChg>
      <pc:sldChg chg="new del">
        <pc:chgData name="Yuchen Zhou" userId="0dc2450c-70e8-461d-b8dc-542428721ea3" providerId="ADAL" clId="{048E6219-D376-455D-BC03-8422DB28F039}" dt="2026-04-26T02:32:33.972" v="1681" actId="47"/>
        <pc:sldMkLst>
          <pc:docMk/>
          <pc:sldMk cId="3940150451" sldId="278"/>
        </pc:sldMkLst>
      </pc:sldChg>
      <pc:sldChg chg="addSp delSp modSp add mod chgLayout">
        <pc:chgData name="Yuchen Zhou" userId="0dc2450c-70e8-461d-b8dc-542428721ea3" providerId="ADAL" clId="{048E6219-D376-455D-BC03-8422DB28F039}" dt="2026-04-26T02:57:12.811" v="2141" actId="700"/>
        <pc:sldMkLst>
          <pc:docMk/>
          <pc:sldMk cId="304148067" sldId="279"/>
        </pc:sldMkLst>
        <pc:spChg chg="mod ord">
          <ac:chgData name="Yuchen Zhou" userId="0dc2450c-70e8-461d-b8dc-542428721ea3" providerId="ADAL" clId="{048E6219-D376-455D-BC03-8422DB28F039}" dt="2026-04-26T02:57:12.811" v="2141" actId="700"/>
          <ac:spMkLst>
            <pc:docMk/>
            <pc:sldMk cId="304148067" sldId="279"/>
            <ac:spMk id="2" creationId="{0EE2C23E-04BF-44A2-9F34-C24422626922}"/>
          </ac:spMkLst>
        </pc:spChg>
        <pc:spChg chg="del">
          <ac:chgData name="Yuchen Zhou" userId="0dc2450c-70e8-461d-b8dc-542428721ea3" providerId="ADAL" clId="{048E6219-D376-455D-BC03-8422DB28F039}" dt="2026-04-26T02:57:12.811" v="2141" actId="700"/>
          <ac:spMkLst>
            <pc:docMk/>
            <pc:sldMk cId="304148067" sldId="279"/>
            <ac:spMk id="3" creationId="{6CF11555-454B-4831-B48C-A8D1799FD917}"/>
          </ac:spMkLst>
        </pc:spChg>
        <pc:spChg chg="add mod ord">
          <ac:chgData name="Yuchen Zhou" userId="0dc2450c-70e8-461d-b8dc-542428721ea3" providerId="ADAL" clId="{048E6219-D376-455D-BC03-8422DB28F039}" dt="2026-04-26T02:57:12.811" v="2141" actId="700"/>
          <ac:spMkLst>
            <pc:docMk/>
            <pc:sldMk cId="304148067" sldId="279"/>
            <ac:spMk id="4" creationId="{ABE33BB2-9A29-4D7E-A246-D2859A74C732}"/>
          </ac:spMkLst>
        </pc:spChg>
      </pc:sldChg>
      <pc:sldChg chg="new del">
        <pc:chgData name="Yuchen Zhou" userId="0dc2450c-70e8-461d-b8dc-542428721ea3" providerId="ADAL" clId="{048E6219-D376-455D-BC03-8422DB28F039}" dt="2026-04-26T02:32:30.591" v="1679" actId="47"/>
        <pc:sldMkLst>
          <pc:docMk/>
          <pc:sldMk cId="2477903751" sldId="279"/>
        </pc:sldMkLst>
      </pc:sldChg>
      <pc:sldChg chg="addSp add mod ord">
        <pc:chgData name="Yuchen Zhou" userId="0dc2450c-70e8-461d-b8dc-542428721ea3" providerId="ADAL" clId="{048E6219-D376-455D-BC03-8422DB28F039}" dt="2026-04-26T03:33:46.066" v="2830" actId="22"/>
        <pc:sldMkLst>
          <pc:docMk/>
          <pc:sldMk cId="1684842516" sldId="280"/>
        </pc:sldMkLst>
        <pc:picChg chg="add">
          <ac:chgData name="Yuchen Zhou" userId="0dc2450c-70e8-461d-b8dc-542428721ea3" providerId="ADAL" clId="{048E6219-D376-455D-BC03-8422DB28F039}" dt="2026-04-26T03:33:46.066" v="2830" actId="22"/>
          <ac:picMkLst>
            <pc:docMk/>
            <pc:sldMk cId="1684842516" sldId="280"/>
            <ac:picMk id="5" creationId="{96BE5791-9497-4BE4-A915-5D6F93209615}"/>
          </ac:picMkLst>
        </pc:picChg>
      </pc:sldChg>
      <pc:sldChg chg="new">
        <pc:chgData name="Yuchen Zhou" userId="0dc2450c-70e8-461d-b8dc-542428721ea3" providerId="ADAL" clId="{048E6219-D376-455D-BC03-8422DB28F039}" dt="2026-04-26T02:35:49.162" v="1731" actId="680"/>
        <pc:sldMkLst>
          <pc:docMk/>
          <pc:sldMk cId="1578595924" sldId="281"/>
        </pc:sldMkLst>
      </pc:sldChg>
      <pc:sldChg chg="new ord">
        <pc:chgData name="Yuchen Zhou" userId="0dc2450c-70e8-461d-b8dc-542428721ea3" providerId="ADAL" clId="{048E6219-D376-455D-BC03-8422DB28F039}" dt="2026-04-26T02:35:54.979" v="1734"/>
        <pc:sldMkLst>
          <pc:docMk/>
          <pc:sldMk cId="620449952" sldId="282"/>
        </pc:sldMkLst>
      </pc:sldChg>
      <pc:sldChg chg="modSp add mod">
        <pc:chgData name="Yuchen Zhou" userId="0dc2450c-70e8-461d-b8dc-542428721ea3" providerId="ADAL" clId="{048E6219-D376-455D-BC03-8422DB28F039}" dt="2026-04-26T02:43:48.528" v="1867" actId="113"/>
        <pc:sldMkLst>
          <pc:docMk/>
          <pc:sldMk cId="3960643199" sldId="283"/>
        </pc:sldMkLst>
        <pc:spChg chg="mod">
          <ac:chgData name="Yuchen Zhou" userId="0dc2450c-70e8-461d-b8dc-542428721ea3" providerId="ADAL" clId="{048E6219-D376-455D-BC03-8422DB28F039}" dt="2026-04-26T02:37:40.929" v="1865" actId="20577"/>
          <ac:spMkLst>
            <pc:docMk/>
            <pc:sldMk cId="3960643199" sldId="283"/>
            <ac:spMk id="2" creationId="{FEFE2902-F443-487B-B24F-ABF2522ECA3B}"/>
          </ac:spMkLst>
        </pc:spChg>
        <pc:spChg chg="mod">
          <ac:chgData name="Yuchen Zhou" userId="0dc2450c-70e8-461d-b8dc-542428721ea3" providerId="ADAL" clId="{048E6219-D376-455D-BC03-8422DB28F039}" dt="2026-04-26T02:43:48.528" v="1867" actId="113"/>
          <ac:spMkLst>
            <pc:docMk/>
            <pc:sldMk cId="3960643199" sldId="283"/>
            <ac:spMk id="3" creationId="{D1E4DD8B-46EE-4CDB-B35E-88580B75F384}"/>
          </ac:spMkLst>
        </pc:spChg>
      </pc:sldChg>
      <pc:sldChg chg="new del">
        <pc:chgData name="Yuchen Zhou" userId="0dc2450c-70e8-461d-b8dc-542428721ea3" providerId="ADAL" clId="{048E6219-D376-455D-BC03-8422DB28F039}" dt="2026-04-26T02:53:34.944" v="1877" actId="47"/>
        <pc:sldMkLst>
          <pc:docMk/>
          <pc:sldMk cId="4180531718" sldId="284"/>
        </pc:sldMkLst>
      </pc:sldChg>
      <pc:sldChg chg="new">
        <pc:chgData name="Yuchen Zhou" userId="0dc2450c-70e8-461d-b8dc-542428721ea3" providerId="ADAL" clId="{048E6219-D376-455D-BC03-8422DB28F039}" dt="2026-04-26T02:53:33.193" v="1876" actId="680"/>
        <pc:sldMkLst>
          <pc:docMk/>
          <pc:sldMk cId="1572152187" sldId="285"/>
        </pc:sldMkLst>
      </pc:sldChg>
      <pc:sldChg chg="new del">
        <pc:chgData name="Yuchen Zhou" userId="0dc2450c-70e8-461d-b8dc-542428721ea3" providerId="ADAL" clId="{048E6219-D376-455D-BC03-8422DB28F039}" dt="2026-04-26T03:04:50.577" v="2542" actId="47"/>
        <pc:sldMkLst>
          <pc:docMk/>
          <pc:sldMk cId="3108562833" sldId="286"/>
        </pc:sldMkLst>
      </pc:sldChg>
      <pc:sldChg chg="modSp new del mod">
        <pc:chgData name="Yuchen Zhou" userId="0dc2450c-70e8-461d-b8dc-542428721ea3" providerId="ADAL" clId="{048E6219-D376-455D-BC03-8422DB28F039}" dt="2026-04-26T03:05:23.618" v="2548" actId="47"/>
        <pc:sldMkLst>
          <pc:docMk/>
          <pc:sldMk cId="4074921986" sldId="287"/>
        </pc:sldMkLst>
        <pc:spChg chg="mod">
          <ac:chgData name="Yuchen Zhou" userId="0dc2450c-70e8-461d-b8dc-542428721ea3" providerId="ADAL" clId="{048E6219-D376-455D-BC03-8422DB28F039}" dt="2026-04-26T02:55:05.330" v="2080" actId="20577"/>
          <ac:spMkLst>
            <pc:docMk/>
            <pc:sldMk cId="4074921986" sldId="287"/>
            <ac:spMk id="2" creationId="{374761C8-101B-4D89-8B80-F4FC68B4BE2C}"/>
          </ac:spMkLst>
        </pc:spChg>
      </pc:sldChg>
      <pc:sldChg chg="modSp add del mod">
        <pc:chgData name="Yuchen Zhou" userId="0dc2450c-70e8-461d-b8dc-542428721ea3" providerId="ADAL" clId="{048E6219-D376-455D-BC03-8422DB28F039}" dt="2026-04-26T03:05:24.448" v="2549" actId="47"/>
        <pc:sldMkLst>
          <pc:docMk/>
          <pc:sldMk cId="4015892748" sldId="288"/>
        </pc:sldMkLst>
        <pc:spChg chg="mod">
          <ac:chgData name="Yuchen Zhou" userId="0dc2450c-70e8-461d-b8dc-542428721ea3" providerId="ADAL" clId="{048E6219-D376-455D-BC03-8422DB28F039}" dt="2026-04-26T02:55:12.102" v="2096" actId="20577"/>
          <ac:spMkLst>
            <pc:docMk/>
            <pc:sldMk cId="4015892748" sldId="288"/>
            <ac:spMk id="2" creationId="{374761C8-101B-4D89-8B80-F4FC68B4BE2C}"/>
          </ac:spMkLst>
        </pc:spChg>
      </pc:sldChg>
      <pc:sldChg chg="addSp modSp add mod ord">
        <pc:chgData name="Yuchen Zhou" userId="0dc2450c-70e8-461d-b8dc-542428721ea3" providerId="ADAL" clId="{048E6219-D376-455D-BC03-8422DB28F039}" dt="2026-04-26T03:08:08.077" v="2688" actId="20577"/>
        <pc:sldMkLst>
          <pc:docMk/>
          <pc:sldMk cId="505030496" sldId="289"/>
        </pc:sldMkLst>
        <pc:spChg chg="mod">
          <ac:chgData name="Yuchen Zhou" userId="0dc2450c-70e8-461d-b8dc-542428721ea3" providerId="ADAL" clId="{048E6219-D376-455D-BC03-8422DB28F039}" dt="2026-04-26T03:08:08.077" v="2688" actId="20577"/>
          <ac:spMkLst>
            <pc:docMk/>
            <pc:sldMk cId="505030496" sldId="289"/>
            <ac:spMk id="2" creationId="{374761C8-101B-4D89-8B80-F4FC68B4BE2C}"/>
          </ac:spMkLst>
        </pc:spChg>
        <pc:picChg chg="add mod">
          <ac:chgData name="Yuchen Zhou" userId="0dc2450c-70e8-461d-b8dc-542428721ea3" providerId="ADAL" clId="{048E6219-D376-455D-BC03-8422DB28F039}" dt="2026-04-26T03:07:14.127" v="2552" actId="1076"/>
          <ac:picMkLst>
            <pc:docMk/>
            <pc:sldMk cId="505030496" sldId="289"/>
            <ac:picMk id="5" creationId="{016FC529-58F7-4CB6-B363-BCDFAC4096E8}"/>
          </ac:picMkLst>
        </pc:picChg>
      </pc:sldChg>
      <pc:sldChg chg="addSp delSp modSp add mod ord">
        <pc:chgData name="Yuchen Zhou" userId="0dc2450c-70e8-461d-b8dc-542428721ea3" providerId="ADAL" clId="{048E6219-D376-455D-BC03-8422DB28F039}" dt="2026-04-26T21:06:00.313" v="3214" actId="1076"/>
        <pc:sldMkLst>
          <pc:docMk/>
          <pc:sldMk cId="1529359731" sldId="290"/>
        </pc:sldMkLst>
        <pc:spChg chg="mod">
          <ac:chgData name="Yuchen Zhou" userId="0dc2450c-70e8-461d-b8dc-542428721ea3" providerId="ADAL" clId="{048E6219-D376-455D-BC03-8422DB28F039}" dt="2026-04-26T03:04:41.660" v="2540" actId="20577"/>
          <ac:spMkLst>
            <pc:docMk/>
            <pc:sldMk cId="1529359731" sldId="290"/>
            <ac:spMk id="2" creationId="{374761C8-101B-4D89-8B80-F4FC68B4BE2C}"/>
          </ac:spMkLst>
        </pc:spChg>
        <pc:spChg chg="del">
          <ac:chgData name="Yuchen Zhou" userId="0dc2450c-70e8-461d-b8dc-542428721ea3" providerId="ADAL" clId="{048E6219-D376-455D-BC03-8422DB28F039}" dt="2026-04-26T20:58:12.436" v="2890" actId="478"/>
          <ac:spMkLst>
            <pc:docMk/>
            <pc:sldMk cId="1529359731" sldId="290"/>
            <ac:spMk id="3" creationId="{C49340DA-B4A1-4B7C-BA84-B7283D3A3E2F}"/>
          </ac:spMkLst>
        </pc:spChg>
        <pc:spChg chg="add mod">
          <ac:chgData name="Yuchen Zhou" userId="0dc2450c-70e8-461d-b8dc-542428721ea3" providerId="ADAL" clId="{048E6219-D376-455D-BC03-8422DB28F039}" dt="2026-04-26T21:05:40.325" v="3210" actId="1076"/>
          <ac:spMkLst>
            <pc:docMk/>
            <pc:sldMk cId="1529359731" sldId="290"/>
            <ac:spMk id="8" creationId="{A18048B0-71ED-48FF-94BB-336A87EF3485}"/>
          </ac:spMkLst>
        </pc:spChg>
        <pc:spChg chg="add mod">
          <ac:chgData name="Yuchen Zhou" userId="0dc2450c-70e8-461d-b8dc-542428721ea3" providerId="ADAL" clId="{048E6219-D376-455D-BC03-8422DB28F039}" dt="2026-04-26T21:03:48.878" v="2990" actId="20577"/>
          <ac:spMkLst>
            <pc:docMk/>
            <pc:sldMk cId="1529359731" sldId="290"/>
            <ac:spMk id="9" creationId="{54C9772C-394D-42B2-8F85-C88DC79A42BA}"/>
          </ac:spMkLst>
        </pc:spChg>
        <pc:spChg chg="add mod">
          <ac:chgData name="Yuchen Zhou" userId="0dc2450c-70e8-461d-b8dc-542428721ea3" providerId="ADAL" clId="{048E6219-D376-455D-BC03-8422DB28F039}" dt="2026-04-26T21:05:34.989" v="3209" actId="1076"/>
          <ac:spMkLst>
            <pc:docMk/>
            <pc:sldMk cId="1529359731" sldId="290"/>
            <ac:spMk id="10" creationId="{16664A4A-D596-4F4D-AB78-0495E4CBD0F1}"/>
          </ac:spMkLst>
        </pc:spChg>
        <pc:spChg chg="add mod">
          <ac:chgData name="Yuchen Zhou" userId="0dc2450c-70e8-461d-b8dc-542428721ea3" providerId="ADAL" clId="{048E6219-D376-455D-BC03-8422DB28F039}" dt="2026-04-26T21:06:00.313" v="3214" actId="1076"/>
          <ac:spMkLst>
            <pc:docMk/>
            <pc:sldMk cId="1529359731" sldId="290"/>
            <ac:spMk id="11" creationId="{6268C9EE-A6FE-491D-8E4A-D2ECE7FDCDC9}"/>
          </ac:spMkLst>
        </pc:spChg>
        <pc:picChg chg="add mod">
          <ac:chgData name="Yuchen Zhou" userId="0dc2450c-70e8-461d-b8dc-542428721ea3" providerId="ADAL" clId="{048E6219-D376-455D-BC03-8422DB28F039}" dt="2026-04-26T21:02:04.177" v="2900" actId="1076"/>
          <ac:picMkLst>
            <pc:docMk/>
            <pc:sldMk cId="1529359731" sldId="290"/>
            <ac:picMk id="5" creationId="{93B16903-3E62-44CC-87F4-67FC83B28437}"/>
          </ac:picMkLst>
        </pc:picChg>
        <pc:picChg chg="add mod">
          <ac:chgData name="Yuchen Zhou" userId="0dc2450c-70e8-461d-b8dc-542428721ea3" providerId="ADAL" clId="{048E6219-D376-455D-BC03-8422DB28F039}" dt="2026-04-26T21:05:43.785" v="3211" actId="1076"/>
          <ac:picMkLst>
            <pc:docMk/>
            <pc:sldMk cId="1529359731" sldId="290"/>
            <ac:picMk id="7" creationId="{B1E1DB6F-3196-4EE8-AC92-00DDAB5360F5}"/>
          </ac:picMkLst>
        </pc:picChg>
      </pc:sldChg>
      <pc:sldChg chg="addSp delSp modSp add mod ord">
        <pc:chgData name="Yuchen Zhou" userId="0dc2450c-70e8-461d-b8dc-542428721ea3" providerId="ADAL" clId="{048E6219-D376-455D-BC03-8422DB28F039}" dt="2026-04-26T03:04:17.481" v="2530" actId="1076"/>
        <pc:sldMkLst>
          <pc:docMk/>
          <pc:sldMk cId="7825517" sldId="291"/>
        </pc:sldMkLst>
        <pc:spChg chg="mod">
          <ac:chgData name="Yuchen Zhou" userId="0dc2450c-70e8-461d-b8dc-542428721ea3" providerId="ADAL" clId="{048E6219-D376-455D-BC03-8422DB28F039}" dt="2026-04-26T02:59:55.186" v="2468" actId="20577"/>
          <ac:spMkLst>
            <pc:docMk/>
            <pc:sldMk cId="7825517" sldId="291"/>
            <ac:spMk id="3" creationId="{14C41531-33A6-43A6-B65C-9BE38D29EDE2}"/>
          </ac:spMkLst>
        </pc:spChg>
        <pc:spChg chg="del">
          <ac:chgData name="Yuchen Zhou" userId="0dc2450c-70e8-461d-b8dc-542428721ea3" providerId="ADAL" clId="{048E6219-D376-455D-BC03-8422DB28F039}" dt="2026-04-26T03:02:48.083" v="2526" actId="478"/>
          <ac:spMkLst>
            <pc:docMk/>
            <pc:sldMk cId="7825517" sldId="291"/>
            <ac:spMk id="5" creationId="{6E8F7BD7-A6E2-44E3-8AAC-C95C79D42BF7}"/>
          </ac:spMkLst>
        </pc:spChg>
        <pc:picChg chg="add mod">
          <ac:chgData name="Yuchen Zhou" userId="0dc2450c-70e8-461d-b8dc-542428721ea3" providerId="ADAL" clId="{048E6219-D376-455D-BC03-8422DB28F039}" dt="2026-04-26T03:02:52.854" v="2527" actId="1076"/>
          <ac:picMkLst>
            <pc:docMk/>
            <pc:sldMk cId="7825517" sldId="291"/>
            <ac:picMk id="4" creationId="{68D0FC9D-2B2C-4E15-82C3-6DA7F650DEBA}"/>
          </ac:picMkLst>
        </pc:picChg>
        <pc:picChg chg="add mod">
          <ac:chgData name="Yuchen Zhou" userId="0dc2450c-70e8-461d-b8dc-542428721ea3" providerId="ADAL" clId="{048E6219-D376-455D-BC03-8422DB28F039}" dt="2026-04-26T03:04:17.481" v="2530" actId="1076"/>
          <ac:picMkLst>
            <pc:docMk/>
            <pc:sldMk cId="7825517" sldId="291"/>
            <ac:picMk id="7" creationId="{FCCD5B1F-4BBA-4861-A337-7ABF67D501AC}"/>
          </ac:picMkLst>
        </pc:picChg>
        <pc:picChg chg="del">
          <ac:chgData name="Yuchen Zhou" userId="0dc2450c-70e8-461d-b8dc-542428721ea3" providerId="ADAL" clId="{048E6219-D376-455D-BC03-8422DB28F039}" dt="2026-04-26T03:02:44.196" v="2523" actId="478"/>
          <ac:picMkLst>
            <pc:docMk/>
            <pc:sldMk cId="7825517" sldId="291"/>
            <ac:picMk id="8" creationId="{3923BC8E-B61C-41DC-9DEB-DE5CE59AD0F5}"/>
          </ac:picMkLst>
        </pc:picChg>
        <pc:picChg chg="del">
          <ac:chgData name="Yuchen Zhou" userId="0dc2450c-70e8-461d-b8dc-542428721ea3" providerId="ADAL" clId="{048E6219-D376-455D-BC03-8422DB28F039}" dt="2026-04-26T03:02:41.795" v="2522" actId="478"/>
          <ac:picMkLst>
            <pc:docMk/>
            <pc:sldMk cId="7825517" sldId="291"/>
            <ac:picMk id="10" creationId="{A3FE1310-FA2D-4379-8FD9-08ECD6E02E07}"/>
          </ac:picMkLst>
        </pc:picChg>
      </pc:sldChg>
      <pc:sldChg chg="modSp add mod">
        <pc:chgData name="Yuchen Zhou" userId="0dc2450c-70e8-461d-b8dc-542428721ea3" providerId="ADAL" clId="{048E6219-D376-455D-BC03-8422DB28F039}" dt="2026-04-26T03:04:56.628" v="2546" actId="20577"/>
        <pc:sldMkLst>
          <pc:docMk/>
          <pc:sldMk cId="3614686539" sldId="292"/>
        </pc:sldMkLst>
        <pc:spChg chg="mod">
          <ac:chgData name="Yuchen Zhou" userId="0dc2450c-70e8-461d-b8dc-542428721ea3" providerId="ADAL" clId="{048E6219-D376-455D-BC03-8422DB28F039}" dt="2026-04-26T03:04:56.628" v="2546" actId="20577"/>
          <ac:spMkLst>
            <pc:docMk/>
            <pc:sldMk cId="3614686539" sldId="292"/>
            <ac:spMk id="2" creationId="{374761C8-101B-4D89-8B80-F4FC68B4BE2C}"/>
          </ac:spMkLst>
        </pc:spChg>
      </pc:sldChg>
      <pc:sldChg chg="addSp delSp modSp add mod">
        <pc:chgData name="Yuchen Zhou" userId="0dc2450c-70e8-461d-b8dc-542428721ea3" providerId="ADAL" clId="{048E6219-D376-455D-BC03-8422DB28F039}" dt="2026-04-26T18:16:33.018" v="2889" actId="20577"/>
        <pc:sldMkLst>
          <pc:docMk/>
          <pc:sldMk cId="3301757952" sldId="293"/>
        </pc:sldMkLst>
        <pc:spChg chg="mod">
          <ac:chgData name="Yuchen Zhou" userId="0dc2450c-70e8-461d-b8dc-542428721ea3" providerId="ADAL" clId="{048E6219-D376-455D-BC03-8422DB28F039}" dt="2026-04-26T18:16:33.018" v="2889" actId="20577"/>
          <ac:spMkLst>
            <pc:docMk/>
            <pc:sldMk cId="3301757952" sldId="293"/>
            <ac:spMk id="2" creationId="{374761C8-101B-4D89-8B80-F4FC68B4BE2C}"/>
          </ac:spMkLst>
        </pc:spChg>
        <pc:spChg chg="del">
          <ac:chgData name="Yuchen Zhou" userId="0dc2450c-70e8-461d-b8dc-542428721ea3" providerId="ADAL" clId="{048E6219-D376-455D-BC03-8422DB28F039}" dt="2026-04-26T18:12:04.299" v="2874" actId="478"/>
          <ac:spMkLst>
            <pc:docMk/>
            <pc:sldMk cId="3301757952" sldId="293"/>
            <ac:spMk id="3" creationId="{C49340DA-B4A1-4B7C-BA84-B7283D3A3E2F}"/>
          </ac:spMkLst>
        </pc:spChg>
        <pc:picChg chg="add del mod modCrop">
          <ac:chgData name="Yuchen Zhou" userId="0dc2450c-70e8-461d-b8dc-542428721ea3" providerId="ADAL" clId="{048E6219-D376-455D-BC03-8422DB28F039}" dt="2026-04-26T18:14:08.559" v="2877" actId="478"/>
          <ac:picMkLst>
            <pc:docMk/>
            <pc:sldMk cId="3301757952" sldId="293"/>
            <ac:picMk id="5" creationId="{23DEF89B-C00B-45C4-A256-D72944F76222}"/>
          </ac:picMkLst>
        </pc:picChg>
        <pc:picChg chg="add del mod">
          <ac:chgData name="Yuchen Zhou" userId="0dc2450c-70e8-461d-b8dc-542428721ea3" providerId="ADAL" clId="{048E6219-D376-455D-BC03-8422DB28F039}" dt="2026-04-26T18:15:49.357" v="2881" actId="478"/>
          <ac:picMkLst>
            <pc:docMk/>
            <pc:sldMk cId="3301757952" sldId="293"/>
            <ac:picMk id="7" creationId="{286663DA-3CBD-477F-BB1B-DF68FB1B293C}"/>
          </ac:picMkLst>
        </pc:picChg>
        <pc:picChg chg="add mod">
          <ac:chgData name="Yuchen Zhou" userId="0dc2450c-70e8-461d-b8dc-542428721ea3" providerId="ADAL" clId="{048E6219-D376-455D-BC03-8422DB28F039}" dt="2026-04-26T18:15:56.062" v="2884" actId="14100"/>
          <ac:picMkLst>
            <pc:docMk/>
            <pc:sldMk cId="3301757952" sldId="293"/>
            <ac:picMk id="9" creationId="{990476FE-1BF1-4FB4-A143-8DC7721F3A34}"/>
          </ac:picMkLst>
        </pc:picChg>
      </pc:sldChg>
      <pc:sldChg chg="addSp delSp modSp add mod">
        <pc:chgData name="Yuchen Zhou" userId="0dc2450c-70e8-461d-b8dc-542428721ea3" providerId="ADAL" clId="{048E6219-D376-455D-BC03-8422DB28F039}" dt="2026-04-26T03:10:50.225" v="2758" actId="20577"/>
        <pc:sldMkLst>
          <pc:docMk/>
          <pc:sldMk cId="3913835810" sldId="294"/>
        </pc:sldMkLst>
        <pc:spChg chg="mod">
          <ac:chgData name="Yuchen Zhou" userId="0dc2450c-70e8-461d-b8dc-542428721ea3" providerId="ADAL" clId="{048E6219-D376-455D-BC03-8422DB28F039}" dt="2026-04-26T03:10:50.225" v="2758" actId="20577"/>
          <ac:spMkLst>
            <pc:docMk/>
            <pc:sldMk cId="3913835810" sldId="294"/>
            <ac:spMk id="2" creationId="{374761C8-101B-4D89-8B80-F4FC68B4BE2C}"/>
          </ac:spMkLst>
        </pc:spChg>
        <pc:spChg chg="del">
          <ac:chgData name="Yuchen Zhou" userId="0dc2450c-70e8-461d-b8dc-542428721ea3" providerId="ADAL" clId="{048E6219-D376-455D-BC03-8422DB28F039}" dt="2026-04-26T03:09:43.110" v="2691" actId="478"/>
          <ac:spMkLst>
            <pc:docMk/>
            <pc:sldMk cId="3913835810" sldId="294"/>
            <ac:spMk id="3" creationId="{C49340DA-B4A1-4B7C-BA84-B7283D3A3E2F}"/>
          </ac:spMkLst>
        </pc:spChg>
        <pc:picChg chg="del">
          <ac:chgData name="Yuchen Zhou" userId="0dc2450c-70e8-461d-b8dc-542428721ea3" providerId="ADAL" clId="{048E6219-D376-455D-BC03-8422DB28F039}" dt="2026-04-26T03:09:40.609" v="2690" actId="478"/>
          <ac:picMkLst>
            <pc:docMk/>
            <pc:sldMk cId="3913835810" sldId="294"/>
            <ac:picMk id="5" creationId="{016FC529-58F7-4CB6-B363-BCDFAC4096E8}"/>
          </ac:picMkLst>
        </pc:picChg>
        <pc:picChg chg="add del mod">
          <ac:chgData name="Yuchen Zhou" userId="0dc2450c-70e8-461d-b8dc-542428721ea3" providerId="ADAL" clId="{048E6219-D376-455D-BC03-8422DB28F039}" dt="2026-04-26T03:10:28.478" v="2695" actId="478"/>
          <ac:picMkLst>
            <pc:docMk/>
            <pc:sldMk cId="3913835810" sldId="294"/>
            <ac:picMk id="6" creationId="{8F692737-7373-41DB-A96A-F3381730B286}"/>
          </ac:picMkLst>
        </pc:picChg>
        <pc:picChg chg="add mod">
          <ac:chgData name="Yuchen Zhou" userId="0dc2450c-70e8-461d-b8dc-542428721ea3" providerId="ADAL" clId="{048E6219-D376-455D-BC03-8422DB28F039}" dt="2026-04-26T03:10:34.271" v="2699" actId="1076"/>
          <ac:picMkLst>
            <pc:docMk/>
            <pc:sldMk cId="3913835810" sldId="294"/>
            <ac:picMk id="8" creationId="{EF7456EB-87A9-45D9-BB50-014EC763BB73}"/>
          </ac:picMkLst>
        </pc:picChg>
      </pc:sldChg>
      <pc:sldChg chg="addSp delSp modSp add mod">
        <pc:chgData name="Yuchen Zhou" userId="0dc2450c-70e8-461d-b8dc-542428721ea3" providerId="ADAL" clId="{048E6219-D376-455D-BC03-8422DB28F039}" dt="2026-04-26T21:09:02.121" v="3234" actId="20577"/>
        <pc:sldMkLst>
          <pc:docMk/>
          <pc:sldMk cId="1955602566" sldId="295"/>
        </pc:sldMkLst>
        <pc:spChg chg="mod">
          <ac:chgData name="Yuchen Zhou" userId="0dc2450c-70e8-461d-b8dc-542428721ea3" providerId="ADAL" clId="{048E6219-D376-455D-BC03-8422DB28F039}" dt="2026-04-26T03:12:24.224" v="2816" actId="20577"/>
          <ac:spMkLst>
            <pc:docMk/>
            <pc:sldMk cId="1955602566" sldId="295"/>
            <ac:spMk id="2" creationId="{374761C8-101B-4D89-8B80-F4FC68B4BE2C}"/>
          </ac:spMkLst>
        </pc:spChg>
        <pc:spChg chg="add mod">
          <ac:chgData name="Yuchen Zhou" userId="0dc2450c-70e8-461d-b8dc-542428721ea3" providerId="ADAL" clId="{048E6219-D376-455D-BC03-8422DB28F039}" dt="2026-04-26T21:09:02.121" v="3234" actId="20577"/>
          <ac:spMkLst>
            <pc:docMk/>
            <pc:sldMk cId="1955602566" sldId="295"/>
            <ac:spMk id="12" creationId="{06EF19B2-4116-458E-8A79-311B44D79B5F}"/>
          </ac:spMkLst>
        </pc:spChg>
        <pc:picChg chg="add del mod">
          <ac:chgData name="Yuchen Zhou" userId="0dc2450c-70e8-461d-b8dc-542428721ea3" providerId="ADAL" clId="{048E6219-D376-455D-BC03-8422DB28F039}" dt="2026-04-26T03:19:19.317" v="2817" actId="478"/>
          <ac:picMkLst>
            <pc:docMk/>
            <pc:sldMk cId="1955602566" sldId="295"/>
            <ac:picMk id="4" creationId="{42D7DF8E-142A-4EC0-B0BA-B82100E40C94}"/>
          </ac:picMkLst>
        </pc:picChg>
        <pc:picChg chg="add del">
          <ac:chgData name="Yuchen Zhou" userId="0dc2450c-70e8-461d-b8dc-542428721ea3" providerId="ADAL" clId="{048E6219-D376-455D-BC03-8422DB28F039}" dt="2026-04-26T03:19:41.046" v="2819" actId="478"/>
          <ac:picMkLst>
            <pc:docMk/>
            <pc:sldMk cId="1955602566" sldId="295"/>
            <ac:picMk id="6" creationId="{4862D93A-249C-440F-A64D-476A9F781A08}"/>
          </ac:picMkLst>
        </pc:picChg>
        <pc:picChg chg="del">
          <ac:chgData name="Yuchen Zhou" userId="0dc2450c-70e8-461d-b8dc-542428721ea3" providerId="ADAL" clId="{048E6219-D376-455D-BC03-8422DB28F039}" dt="2026-04-26T03:11:59.432" v="2760" actId="478"/>
          <ac:picMkLst>
            <pc:docMk/>
            <pc:sldMk cId="1955602566" sldId="295"/>
            <ac:picMk id="8" creationId="{EF7456EB-87A9-45D9-BB50-014EC763BB73}"/>
          </ac:picMkLst>
        </pc:picChg>
        <pc:picChg chg="add del mod">
          <ac:chgData name="Yuchen Zhou" userId="0dc2450c-70e8-461d-b8dc-542428721ea3" providerId="ADAL" clId="{048E6219-D376-455D-BC03-8422DB28F039}" dt="2026-04-26T03:20:25.711" v="2823" actId="478"/>
          <ac:picMkLst>
            <pc:docMk/>
            <pc:sldMk cId="1955602566" sldId="295"/>
            <ac:picMk id="9" creationId="{98541684-AFC5-4E62-B0E0-37C399B11587}"/>
          </ac:picMkLst>
        </pc:picChg>
        <pc:picChg chg="add mod">
          <ac:chgData name="Yuchen Zhou" userId="0dc2450c-70e8-461d-b8dc-542428721ea3" providerId="ADAL" clId="{048E6219-D376-455D-BC03-8422DB28F039}" dt="2026-04-26T03:20:34.138" v="2826" actId="14100"/>
          <ac:picMkLst>
            <pc:docMk/>
            <pc:sldMk cId="1955602566" sldId="295"/>
            <ac:picMk id="11" creationId="{EC19D0A0-69BE-4323-9C44-BF2FFD25ED7E}"/>
          </ac:picMkLst>
        </pc:picChg>
      </pc:sldChg>
      <pc:sldChg chg="addSp delSp modSp add mod">
        <pc:chgData name="Yuchen Zhou" userId="0dc2450c-70e8-461d-b8dc-542428721ea3" providerId="ADAL" clId="{048E6219-D376-455D-BC03-8422DB28F039}" dt="2026-04-26T16:02:44.134" v="2866" actId="14100"/>
        <pc:sldMkLst>
          <pc:docMk/>
          <pc:sldMk cId="3708731487" sldId="296"/>
        </pc:sldMkLst>
        <pc:spChg chg="mod">
          <ac:chgData name="Yuchen Zhou" userId="0dc2450c-70e8-461d-b8dc-542428721ea3" providerId="ADAL" clId="{048E6219-D376-455D-BC03-8422DB28F039}" dt="2026-04-26T15:34:16.927" v="2847" actId="20577"/>
          <ac:spMkLst>
            <pc:docMk/>
            <pc:sldMk cId="3708731487" sldId="296"/>
            <ac:spMk id="2" creationId="{374761C8-101B-4D89-8B80-F4FC68B4BE2C}"/>
          </ac:spMkLst>
        </pc:spChg>
        <pc:spChg chg="del">
          <ac:chgData name="Yuchen Zhou" userId="0dc2450c-70e8-461d-b8dc-542428721ea3" providerId="ADAL" clId="{048E6219-D376-455D-BC03-8422DB28F039}" dt="2026-04-26T16:02:39.971" v="2865" actId="478"/>
          <ac:spMkLst>
            <pc:docMk/>
            <pc:sldMk cId="3708731487" sldId="296"/>
            <ac:spMk id="3" creationId="{C49340DA-B4A1-4B7C-BA84-B7283D3A3E2F}"/>
          </ac:spMkLst>
        </pc:spChg>
        <pc:picChg chg="del">
          <ac:chgData name="Yuchen Zhou" userId="0dc2450c-70e8-461d-b8dc-542428721ea3" providerId="ADAL" clId="{048E6219-D376-455D-BC03-8422DB28F039}" dt="2026-04-26T03:22:07.675" v="2828" actId="478"/>
          <ac:picMkLst>
            <pc:docMk/>
            <pc:sldMk cId="3708731487" sldId="296"/>
            <ac:picMk id="5" creationId="{016FC529-58F7-4CB6-B363-BCDFAC4096E8}"/>
          </ac:picMkLst>
        </pc:picChg>
        <pc:picChg chg="add mod">
          <ac:chgData name="Yuchen Zhou" userId="0dc2450c-70e8-461d-b8dc-542428721ea3" providerId="ADAL" clId="{048E6219-D376-455D-BC03-8422DB28F039}" dt="2026-04-26T16:02:44.134" v="2866" actId="14100"/>
          <ac:picMkLst>
            <pc:docMk/>
            <pc:sldMk cId="3708731487" sldId="296"/>
            <ac:picMk id="6" creationId="{2FA59699-4FC7-469B-90F8-1CAA59240F83}"/>
          </ac:picMkLst>
        </pc:picChg>
      </pc:sldChg>
      <pc:sldChg chg="addSp delSp modSp add mod">
        <pc:chgData name="Yuchen Zhou" userId="0dc2450c-70e8-461d-b8dc-542428721ea3" providerId="ADAL" clId="{048E6219-D376-455D-BC03-8422DB28F039}" dt="2026-04-26T16:01:23.787" v="2859" actId="14100"/>
        <pc:sldMkLst>
          <pc:docMk/>
          <pc:sldMk cId="1082936414" sldId="297"/>
        </pc:sldMkLst>
        <pc:spChg chg="mod">
          <ac:chgData name="Yuchen Zhou" userId="0dc2450c-70e8-461d-b8dc-542428721ea3" providerId="ADAL" clId="{048E6219-D376-455D-BC03-8422DB28F039}" dt="2026-04-26T15:34:36.342" v="2854"/>
          <ac:spMkLst>
            <pc:docMk/>
            <pc:sldMk cId="1082936414" sldId="297"/>
            <ac:spMk id="2" creationId="{374761C8-101B-4D89-8B80-F4FC68B4BE2C}"/>
          </ac:spMkLst>
        </pc:spChg>
        <pc:picChg chg="add mod">
          <ac:chgData name="Yuchen Zhou" userId="0dc2450c-70e8-461d-b8dc-542428721ea3" providerId="ADAL" clId="{048E6219-D376-455D-BC03-8422DB28F039}" dt="2026-04-26T16:01:23.787" v="2859" actId="14100"/>
          <ac:picMkLst>
            <pc:docMk/>
            <pc:sldMk cId="1082936414" sldId="297"/>
            <ac:picMk id="4" creationId="{441443F0-AE03-4A3C-897D-971A3290DC7C}"/>
          </ac:picMkLst>
        </pc:picChg>
        <pc:picChg chg="del">
          <ac:chgData name="Yuchen Zhou" userId="0dc2450c-70e8-461d-b8dc-542428721ea3" providerId="ADAL" clId="{048E6219-D376-455D-BC03-8422DB28F039}" dt="2026-04-26T16:01:16.851" v="2856" actId="478"/>
          <ac:picMkLst>
            <pc:docMk/>
            <pc:sldMk cId="1082936414" sldId="297"/>
            <ac:picMk id="8" creationId="{EF7456EB-87A9-45D9-BB50-014EC763BB73}"/>
          </ac:picMkLst>
        </pc:picChg>
      </pc:sldChg>
      <pc:sldChg chg="addSp delSp modSp add mod">
        <pc:chgData name="Yuchen Zhou" userId="0dc2450c-70e8-461d-b8dc-542428721ea3" providerId="ADAL" clId="{048E6219-D376-455D-BC03-8422DB28F039}" dt="2026-04-26T16:03:24.596" v="2869" actId="14100"/>
        <pc:sldMkLst>
          <pc:docMk/>
          <pc:sldMk cId="1357681551" sldId="298"/>
        </pc:sldMkLst>
        <pc:spChg chg="mod">
          <ac:chgData name="Yuchen Zhou" userId="0dc2450c-70e8-461d-b8dc-542428721ea3" providerId="ADAL" clId="{048E6219-D376-455D-BC03-8422DB28F039}" dt="2026-04-26T15:34:40.347" v="2855"/>
          <ac:spMkLst>
            <pc:docMk/>
            <pc:sldMk cId="1357681551" sldId="298"/>
            <ac:spMk id="2" creationId="{374761C8-101B-4D89-8B80-F4FC68B4BE2C}"/>
          </ac:spMkLst>
        </pc:spChg>
        <pc:picChg chg="add mod">
          <ac:chgData name="Yuchen Zhou" userId="0dc2450c-70e8-461d-b8dc-542428721ea3" providerId="ADAL" clId="{048E6219-D376-455D-BC03-8422DB28F039}" dt="2026-04-26T16:03:24.596" v="2869" actId="14100"/>
          <ac:picMkLst>
            <pc:docMk/>
            <pc:sldMk cId="1357681551" sldId="298"/>
            <ac:picMk id="4" creationId="{0085442F-5784-4A0B-96F5-A00672A0C6EB}"/>
          </ac:picMkLst>
        </pc:picChg>
        <pc:picChg chg="del">
          <ac:chgData name="Yuchen Zhou" userId="0dc2450c-70e8-461d-b8dc-542428721ea3" providerId="ADAL" clId="{048E6219-D376-455D-BC03-8422DB28F039}" dt="2026-04-26T03:22:09.447" v="2829" actId="478"/>
          <ac:picMkLst>
            <pc:docMk/>
            <pc:sldMk cId="1357681551" sldId="298"/>
            <ac:picMk id="11" creationId="{EC19D0A0-69BE-4323-9C44-BF2FFD25ED7E}"/>
          </ac:picMkLst>
        </pc:picChg>
      </pc:sldChg>
      <pc:sldChg chg="addSp delSp modSp new mod">
        <pc:chgData name="Yuchen Zhou" userId="0dc2450c-70e8-461d-b8dc-542428721ea3" providerId="ADAL" clId="{048E6219-D376-455D-BC03-8422DB28F039}" dt="2026-04-26T21:15:30.010" v="3557" actId="1076"/>
        <pc:sldMkLst>
          <pc:docMk/>
          <pc:sldMk cId="4073315145" sldId="299"/>
        </pc:sldMkLst>
        <pc:spChg chg="mod">
          <ac:chgData name="Yuchen Zhou" userId="0dc2450c-70e8-461d-b8dc-542428721ea3" providerId="ADAL" clId="{048E6219-D376-455D-BC03-8422DB28F039}" dt="2026-04-26T21:09:22.082" v="3255" actId="20577"/>
          <ac:spMkLst>
            <pc:docMk/>
            <pc:sldMk cId="4073315145" sldId="299"/>
            <ac:spMk id="2" creationId="{F8ADAD97-0252-4FC9-AC6B-6CC39CBF2ADE}"/>
          </ac:spMkLst>
        </pc:spChg>
        <pc:spChg chg="del">
          <ac:chgData name="Yuchen Zhou" userId="0dc2450c-70e8-461d-b8dc-542428721ea3" providerId="ADAL" clId="{048E6219-D376-455D-BC03-8422DB28F039}" dt="2026-04-26T21:09:26.272" v="3256" actId="478"/>
          <ac:spMkLst>
            <pc:docMk/>
            <pc:sldMk cId="4073315145" sldId="299"/>
            <ac:spMk id="3" creationId="{5A3C9B6C-7719-4BCD-A9B4-F6518A3EE348}"/>
          </ac:spMkLst>
        </pc:spChg>
        <pc:spChg chg="add mod">
          <ac:chgData name="Yuchen Zhou" userId="0dc2450c-70e8-461d-b8dc-542428721ea3" providerId="ADAL" clId="{048E6219-D376-455D-BC03-8422DB28F039}" dt="2026-04-26T21:13:54.968" v="3548" actId="20577"/>
          <ac:spMkLst>
            <pc:docMk/>
            <pc:sldMk cId="4073315145" sldId="299"/>
            <ac:spMk id="5" creationId="{5D886423-F1EF-4F2C-A1E4-39ACF5E51B6F}"/>
          </ac:spMkLst>
        </pc:spChg>
        <pc:spChg chg="add mod">
          <ac:chgData name="Yuchen Zhou" userId="0dc2450c-70e8-461d-b8dc-542428721ea3" providerId="ADAL" clId="{048E6219-D376-455D-BC03-8422DB28F039}" dt="2026-04-26T21:15:30.010" v="3557" actId="1076"/>
          <ac:spMkLst>
            <pc:docMk/>
            <pc:sldMk cId="4073315145" sldId="299"/>
            <ac:spMk id="6" creationId="{EC5E41DF-B15C-4FFD-97B8-F2D4F605A323}"/>
          </ac:spMkLst>
        </pc:spChg>
        <pc:graphicFrameChg chg="add mod modGraphic">
          <ac:chgData name="Yuchen Zhou" userId="0dc2450c-70e8-461d-b8dc-542428721ea3" providerId="ADAL" clId="{048E6219-D376-455D-BC03-8422DB28F039}" dt="2026-04-26T21:13:12.411" v="3527" actId="1076"/>
          <ac:graphicFrameMkLst>
            <pc:docMk/>
            <pc:sldMk cId="4073315145" sldId="299"/>
            <ac:graphicFrameMk id="4" creationId="{DB26AD3E-7A01-4A05-A869-3E94EF54531C}"/>
          </ac:graphicFrameMkLst>
        </pc:graphicFrameChg>
      </pc:sldChg>
      <pc:sldChg chg="new">
        <pc:chgData name="Yuchen Zhou" userId="0dc2450c-70e8-461d-b8dc-542428721ea3" providerId="ADAL" clId="{048E6219-D376-455D-BC03-8422DB28F039}" dt="2026-04-26T21:15:54.297" v="3558" actId="680"/>
        <pc:sldMkLst>
          <pc:docMk/>
          <pc:sldMk cId="4092705776" sldId="300"/>
        </pc:sldMkLst>
      </pc:sldChg>
      <pc:sldMasterChg chg="modSldLayout">
        <pc:chgData name="Yuchen Zhou" userId="0dc2450c-70e8-461d-b8dc-542428721ea3" providerId="ADAL" clId="{048E6219-D376-455D-BC03-8422DB28F039}" dt="2026-04-26T02:35:25.814" v="1727" actId="2711"/>
        <pc:sldMasterMkLst>
          <pc:docMk/>
          <pc:sldMasterMk cId="3917779761" sldId="2147483650"/>
        </pc:sldMasterMkLst>
        <pc:sldLayoutChg chg="modSp mod">
          <pc:chgData name="Yuchen Zhou" userId="0dc2450c-70e8-461d-b8dc-542428721ea3" providerId="ADAL" clId="{048E6219-D376-455D-BC03-8422DB28F039}" dt="2026-04-26T02:35:25.814" v="1727" actId="2711"/>
          <pc:sldLayoutMkLst>
            <pc:docMk/>
            <pc:sldMasterMk cId="3917779761" sldId="2147483650"/>
            <pc:sldLayoutMk cId="3304155893" sldId="2147483652"/>
          </pc:sldLayoutMkLst>
          <pc:spChg chg="mod">
            <ac:chgData name="Yuchen Zhou" userId="0dc2450c-70e8-461d-b8dc-542428721ea3" providerId="ADAL" clId="{048E6219-D376-455D-BC03-8422DB28F039}" dt="2026-04-26T02:35:17.655" v="1725" actId="1076"/>
            <ac:spMkLst>
              <pc:docMk/>
              <pc:sldMasterMk cId="3917779761" sldId="2147483650"/>
              <pc:sldLayoutMk cId="3304155893" sldId="2147483652"/>
              <ac:spMk id="2" creationId="{E54A0AA2-B636-401F-B58B-6DF5349EBC51}"/>
            </ac:spMkLst>
          </pc:spChg>
          <pc:spChg chg="mod">
            <ac:chgData name="Yuchen Zhou" userId="0dc2450c-70e8-461d-b8dc-542428721ea3" providerId="ADAL" clId="{048E6219-D376-455D-BC03-8422DB28F039}" dt="2026-04-26T02:35:25.814" v="1727" actId="2711"/>
            <ac:spMkLst>
              <pc:docMk/>
              <pc:sldMasterMk cId="3917779761" sldId="2147483650"/>
              <pc:sldLayoutMk cId="3304155893" sldId="2147483652"/>
              <ac:spMk id="10" creationId="{489A78E5-4DD4-4398-92E6-73293FB04D0D}"/>
            </ac:spMkLst>
          </pc:spChg>
          <pc:spChg chg="mod">
            <ac:chgData name="Yuchen Zhou" userId="0dc2450c-70e8-461d-b8dc-542428721ea3" providerId="ADAL" clId="{048E6219-D376-455D-BC03-8422DB28F039}" dt="2026-04-26T02:35:17.655" v="1725" actId="1076"/>
            <ac:spMkLst>
              <pc:docMk/>
              <pc:sldMasterMk cId="3917779761" sldId="2147483650"/>
              <pc:sldLayoutMk cId="3304155893" sldId="2147483652"/>
              <ac:spMk id="11" creationId="{20414BC9-864B-4D63-BFF5-8A26BC6E5477}"/>
            </ac:spMkLst>
          </pc:spChg>
        </pc:sldLayoutChg>
      </pc:sldMasterChg>
    </pc:docChg>
  </pc:docChgLst>
  <pc:docChgLst>
    <pc:chgData name="Yuchen Zhou" userId="0dc2450c-70e8-461d-b8dc-542428721ea3" providerId="ADAL" clId="{CCE38EAB-44BE-4E3F-AAF7-252BFF72D85C}"/>
    <pc:docChg chg="undo custSel modSld">
      <pc:chgData name="Yuchen Zhou" userId="0dc2450c-70e8-461d-b8dc-542428721ea3" providerId="ADAL" clId="{CCE38EAB-44BE-4E3F-AAF7-252BFF72D85C}" dt="2026-04-26T17:18:44.182" v="16" actId="1076"/>
      <pc:docMkLst>
        <pc:docMk/>
      </pc:docMkLst>
      <pc:sldChg chg="addSp delSp modSp mod">
        <pc:chgData name="Yuchen Zhou" userId="0dc2450c-70e8-461d-b8dc-542428721ea3" providerId="ADAL" clId="{CCE38EAB-44BE-4E3F-AAF7-252BFF72D85C}" dt="2026-04-26T17:18:44.182" v="16" actId="1076"/>
        <pc:sldMkLst>
          <pc:docMk/>
          <pc:sldMk cId="3614686539" sldId="292"/>
        </pc:sldMkLst>
        <pc:spChg chg="del mod">
          <ac:chgData name="Yuchen Zhou" userId="0dc2450c-70e8-461d-b8dc-542428721ea3" providerId="ADAL" clId="{CCE38EAB-44BE-4E3F-AAF7-252BFF72D85C}" dt="2026-04-26T17:16:29.876" v="2" actId="478"/>
          <ac:spMkLst>
            <pc:docMk/>
            <pc:sldMk cId="3614686539" sldId="292"/>
            <ac:spMk id="3" creationId="{C49340DA-B4A1-4B7C-BA84-B7283D3A3E2F}"/>
          </ac:spMkLst>
        </pc:spChg>
        <pc:picChg chg="add mod">
          <ac:chgData name="Yuchen Zhou" userId="0dc2450c-70e8-461d-b8dc-542428721ea3" providerId="ADAL" clId="{CCE38EAB-44BE-4E3F-AAF7-252BFF72D85C}" dt="2026-04-26T17:16:57.833" v="5" actId="1076"/>
          <ac:picMkLst>
            <pc:docMk/>
            <pc:sldMk cId="3614686539" sldId="292"/>
            <ac:picMk id="5" creationId="{460BBA22-DAF0-925B-4982-71D4AA3539E0}"/>
          </ac:picMkLst>
        </pc:picChg>
        <pc:picChg chg="add mod">
          <ac:chgData name="Yuchen Zhou" userId="0dc2450c-70e8-461d-b8dc-542428721ea3" providerId="ADAL" clId="{CCE38EAB-44BE-4E3F-AAF7-252BFF72D85C}" dt="2026-04-26T17:18:44.182" v="16" actId="1076"/>
          <ac:picMkLst>
            <pc:docMk/>
            <pc:sldMk cId="3614686539" sldId="292"/>
            <ac:picMk id="7" creationId="{7D52D5B0-DFFD-2322-D221-CBA98B8BB575}"/>
          </ac:picMkLst>
        </pc:picChg>
        <pc:picChg chg="add mod">
          <ac:chgData name="Yuchen Zhou" userId="0dc2450c-70e8-461d-b8dc-542428721ea3" providerId="ADAL" clId="{CCE38EAB-44BE-4E3F-AAF7-252BFF72D85C}" dt="2026-04-26T17:18:42.316" v="15" actId="1076"/>
          <ac:picMkLst>
            <pc:docMk/>
            <pc:sldMk cId="3614686539" sldId="292"/>
            <ac:picMk id="9" creationId="{16AFE6E0-8C65-DBAE-5D78-35A12F067CE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268DE600-90A7-4B6B-BFFA-EA2C6E807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13">
            <a:extLst>
              <a:ext uri="{FF2B5EF4-FFF2-40B4-BE49-F238E27FC236}">
                <a16:creationId xmlns:a16="http://schemas.microsoft.com/office/drawing/2014/main" id="{EBA27004-3833-43ED-82E9-6895434B8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0800000">
            <a:off x="1" y="1"/>
            <a:ext cx="12192001" cy="6857999"/>
          </a:xfrm>
          <a:prstGeom prst="rect">
            <a:avLst/>
          </a:prstGeom>
          <a:solidFill>
            <a:schemeClr val="tx2">
              <a:alpha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urse Title">
            <a:extLst>
              <a:ext uri="{FF2B5EF4-FFF2-40B4-BE49-F238E27FC236}">
                <a16:creationId xmlns:a16="http://schemas.microsoft.com/office/drawing/2014/main" id="{A43E8622-AA5C-40CF-A3A0-8B2BF9D75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668" y="2987789"/>
            <a:ext cx="10944664" cy="725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55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add course title</a:t>
            </a:r>
          </a:p>
        </p:txBody>
      </p:sp>
      <p:sp>
        <p:nvSpPr>
          <p:cNvPr id="7" name="Lecture Title">
            <a:extLst>
              <a:ext uri="{FF2B5EF4-FFF2-40B4-BE49-F238E27FC236}">
                <a16:creationId xmlns:a16="http://schemas.microsoft.com/office/drawing/2014/main" id="{DE1C7E4D-69CB-4F79-9436-E0466B26F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666" y="3713288"/>
            <a:ext cx="10958737" cy="4889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lecture title</a:t>
            </a:r>
          </a:p>
        </p:txBody>
      </p:sp>
      <p:pic>
        <p:nvPicPr>
          <p:cNvPr id="4" name="WSE Logo">
            <a:extLst>
              <a:ext uri="{FF2B5EF4-FFF2-40B4-BE49-F238E27FC236}">
                <a16:creationId xmlns:a16="http://schemas.microsoft.com/office/drawing/2014/main" id="{5F610272-EE8A-4752-A390-42C726F6D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49" t="29483" r="13581" b="28303"/>
          <a:stretch/>
        </p:blipFill>
        <p:spPr>
          <a:xfrm>
            <a:off x="8398411" y="596121"/>
            <a:ext cx="3169920" cy="82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3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4A0AA2-B636-401F-B58B-6DF5349EB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379058"/>
            <a:ext cx="10780553" cy="521310"/>
          </a:xfrm>
          <a:prstGeom prst="rect">
            <a:avLst/>
          </a:prstGeom>
        </p:spPr>
        <p:txBody>
          <a:bodyPr anchor="b"/>
          <a:lstStyle>
            <a:lvl1pPr>
              <a:defRPr sz="3200" b="1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14BC9-864B-4D63-BFF5-8A26BC6E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440" y="901652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1893" y="1039439"/>
            <a:ext cx="10780553" cy="4918193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spcBef>
                <a:spcPts val="100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 marL="761981" indent="-304792">
              <a:buClr>
                <a:srgbClr val="092C74"/>
              </a:buClr>
              <a:buFont typeface="Courier New" panose="02070309020205020404" pitchFamily="49" charset="0"/>
              <a:buChar char="o"/>
              <a:defRPr sz="2133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219170" indent="-304792">
              <a:buClr>
                <a:srgbClr val="092C74"/>
              </a:buClr>
              <a:defRPr sz="2133">
                <a:latin typeface="Cambria" panose="02040503050406030204" pitchFamily="18" charset="0"/>
                <a:ea typeface="Cambria" panose="02040503050406030204" pitchFamily="18" charset="0"/>
              </a:defRPr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712F24-2ADD-4B4F-B20F-5AF8A064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0415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95812EB8-9C15-3D45-A153-203E42E98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135" y="142826"/>
            <a:ext cx="10785311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136" y="1853185"/>
            <a:ext cx="10795496" cy="2031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309026" indent="-30902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6910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135" y="4078462"/>
            <a:ext cx="10785311" cy="2031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309026" indent="-30902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marR="0" indent="-30691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92C74"/>
              </a:buClr>
              <a:buSzTx/>
              <a:buFont typeface="Courier New" panose="02070309020205020404" pitchFamily="49" charset="0"/>
              <a:buChar char="o"/>
              <a:tabLst/>
              <a:defRPr sz="2133"/>
            </a:lvl2pPr>
            <a:lvl3pPr marL="1219170" indent="-304792">
              <a:buClr>
                <a:srgbClr val="092C74"/>
              </a:buClr>
              <a:buFont typeface="Arial" panose="020B0604020202020204" pitchFamily="34" charset="0"/>
              <a:buChar char="•"/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endParaRPr lang="en-US" dirty="0"/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80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s and Imag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08DC6AAE-017C-4253-840E-AB4D795A3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6313" y="406400"/>
            <a:ext cx="4809719" cy="1186992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6AD7-2136-4D32-B4FA-6F27E804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1596213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6313" y="2060448"/>
            <a:ext cx="4809719" cy="3901440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spcBef>
                <a:spcPts val="100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1981" indent="-304792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75B79D34-DFEF-4AC5-AC86-378A247C4C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5970" y="0"/>
            <a:ext cx="4809719" cy="6858000"/>
          </a:xfrm>
          <a:custGeom>
            <a:avLst/>
            <a:gdLst>
              <a:gd name="connsiteX0" fmla="*/ 0 w 3657600"/>
              <a:gd name="connsiteY0" fmla="*/ 0 h 4343400"/>
              <a:gd name="connsiteX1" fmla="*/ 3657600 w 3657600"/>
              <a:gd name="connsiteY1" fmla="*/ 0 h 4343400"/>
              <a:gd name="connsiteX2" fmla="*/ 3657600 w 3657600"/>
              <a:gd name="connsiteY2" fmla="*/ 4343400 h 4343400"/>
              <a:gd name="connsiteX3" fmla="*/ 0 w 36576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4343400">
                <a:moveTo>
                  <a:pt x="0" y="0"/>
                </a:moveTo>
                <a:lnTo>
                  <a:pt x="3657600" y="0"/>
                </a:lnTo>
                <a:lnTo>
                  <a:pt x="3657600" y="4343400"/>
                </a:lnTo>
                <a:lnTo>
                  <a:pt x="0" y="43434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55E0E6A-E25B-428F-BA8C-4A0886B089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281" y="6480225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pic>
        <p:nvPicPr>
          <p:cNvPr id="9" name="WSE logo">
            <a:extLst>
              <a:ext uri="{FF2B5EF4-FFF2-40B4-BE49-F238E27FC236}">
                <a16:creationId xmlns:a16="http://schemas.microsoft.com/office/drawing/2014/main" id="{D3042606-CA6F-4BC4-80EF-92D44CA31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  <p:sp>
        <p:nvSpPr>
          <p:cNvPr id="12" name="Page Number">
            <a:extLst>
              <a:ext uri="{FF2B5EF4-FFF2-40B4-BE49-F238E27FC236}">
                <a16:creationId xmlns:a16="http://schemas.microsoft.com/office/drawing/2014/main" id="{01F6A14B-EEAE-2542-8809-4C8C18188C92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833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870507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7137" y="1853184"/>
            <a:ext cx="4762500" cy="4179029"/>
          </a:xfrm>
          <a:prstGeom prst="rect">
            <a:avLst/>
          </a:prstGeom>
        </p:spPr>
        <p:txBody>
          <a:bodyPr>
            <a:noAutofit/>
          </a:bodyPr>
          <a:lstStyle>
            <a:lvl1pPr marL="344479" indent="-344479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6096000" y="1853184"/>
            <a:ext cx="5486400" cy="4233291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80005" y="6089182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66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870507" cy="1143389"/>
          </a:xfrm>
          <a:prstGeom prst="rect">
            <a:avLst/>
          </a:prstGeom>
        </p:spPr>
        <p:txBody>
          <a:bodyPr anchor="b"/>
          <a:lstStyle>
            <a:lvl1pPr>
              <a:defRPr sz="40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4884B21B-478C-4C01-9996-0F72AC036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auto">
          <a:xfrm>
            <a:off x="696949" y="1853184"/>
            <a:ext cx="5228831" cy="4233291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Citation">
            <a:extLst>
              <a:ext uri="{FF2B5EF4-FFF2-40B4-BE49-F238E27FC236}">
                <a16:creationId xmlns:a16="http://schemas.microsoft.com/office/drawing/2014/main" id="{47FB68FD-CDA4-408D-A343-8A86DF16AE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23384" y="6113427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6353569" y="1853184"/>
            <a:ext cx="5228831" cy="4233291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80005" y="6089182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30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E64E24-CAF0-4D23-BB2F-41C411BEF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136" y="142825"/>
            <a:ext cx="10885451" cy="1144673"/>
          </a:xfrm>
          <a:prstGeom prst="rect">
            <a:avLst/>
          </a:prstGeom>
        </p:spPr>
        <p:txBody>
          <a:bodyPr anchor="b"/>
          <a:lstStyle>
            <a:lvl1pPr>
              <a:defRPr sz="4000" b="1" i="0" u="none">
                <a:solidFill>
                  <a:srgbClr val="092C74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title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19901" y="1696332"/>
            <a:ext cx="4762500" cy="4233289"/>
          </a:xfrm>
          <a:prstGeom prst="rect">
            <a:avLst/>
          </a:prstGeom>
        </p:spPr>
        <p:txBody>
          <a:bodyPr>
            <a:noAutofit/>
          </a:bodyPr>
          <a:lstStyle>
            <a:lvl1pPr marL="344479" indent="-344479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/>
              <a:t>Click to add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609600" y="1696332"/>
            <a:ext cx="5486400" cy="4233291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80005" y="6089182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6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and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42DFC6F8-F82A-4114-AF17-42AD3A68F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9672" y="142826"/>
            <a:ext cx="568277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F9A7C-CFE6-4689-B094-29307EAE2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13120" y="1286872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8DA302DD-2F66-408A-AD8F-F13AE0B7E7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09674" y="1790701"/>
            <a:ext cx="5772727" cy="3990668"/>
          </a:xfrm>
          <a:prstGeom prst="rect">
            <a:avLst/>
          </a:prstGeom>
        </p:spPr>
        <p:txBody>
          <a:bodyPr>
            <a:noAutofit/>
          </a:bodyPr>
          <a:lstStyle>
            <a:lvl1pPr marL="304792" indent="-304792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6214" indent="-30902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BCC896-FFF3-426B-9D11-0F27346676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607408"/>
            <a:ext cx="5132388" cy="5173961"/>
          </a:xfrm>
          <a:custGeom>
            <a:avLst/>
            <a:gdLst>
              <a:gd name="connsiteX0" fmla="*/ 0 w 3644900"/>
              <a:gd name="connsiteY0" fmla="*/ 0 h 5029200"/>
              <a:gd name="connsiteX1" fmla="*/ 3644900 w 3644900"/>
              <a:gd name="connsiteY1" fmla="*/ 0 h 5029200"/>
              <a:gd name="connsiteX2" fmla="*/ 3644900 w 3644900"/>
              <a:gd name="connsiteY2" fmla="*/ 5029200 h 5029200"/>
              <a:gd name="connsiteX3" fmla="*/ 0 w 3644900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4900" h="5029200">
                <a:moveTo>
                  <a:pt x="0" y="0"/>
                </a:moveTo>
                <a:lnTo>
                  <a:pt x="3644900" y="0"/>
                </a:lnTo>
                <a:lnTo>
                  <a:pt x="3644900" y="5029200"/>
                </a:lnTo>
                <a:lnTo>
                  <a:pt x="0" y="50292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9" name="Picture Citation">
            <a:extLst>
              <a:ext uri="{FF2B5EF4-FFF2-40B4-BE49-F238E27FC236}">
                <a16:creationId xmlns:a16="http://schemas.microsoft.com/office/drawing/2014/main" id="{5DDDCA7F-5C0D-4D05-AFA8-052A81B4CD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781369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5FF3179F-903F-4802-ACAB-83CB211F685B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" name="WSE logo">
            <a:extLst>
              <a:ext uri="{FF2B5EF4-FFF2-40B4-BE49-F238E27FC236}">
                <a16:creationId xmlns:a16="http://schemas.microsoft.com/office/drawing/2014/main" id="{D62DDA77-9FC9-45C0-9D2C-19564EE2F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2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Imag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9D2BC59-BAA9-4F86-A1D2-5D980B71B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7565" y="434109"/>
            <a:ext cx="4174836" cy="1590243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BCBD4-734B-4675-AF6F-AADF5D7D0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2024352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ullets">
            <a:extLst>
              <a:ext uri="{FF2B5EF4-FFF2-40B4-BE49-F238E27FC236}">
                <a16:creationId xmlns:a16="http://schemas.microsoft.com/office/drawing/2014/main" id="{193BA231-D4D9-4495-ABB3-778FD8DA04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7565" y="2447636"/>
            <a:ext cx="4174836" cy="3558640"/>
          </a:xfrm>
          <a:prstGeom prst="rect">
            <a:avLst/>
          </a:prstGeom>
        </p:spPr>
        <p:txBody>
          <a:bodyPr>
            <a:noAutofit/>
          </a:bodyPr>
          <a:lstStyle>
            <a:lvl1pPr marL="304792" indent="-304792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6214" indent="-30902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265A9C31-C8EA-436B-A2CE-0C7EF8C1A1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765651" cy="6858000"/>
          </a:xfrm>
          <a:custGeom>
            <a:avLst/>
            <a:gdLst>
              <a:gd name="connsiteX0" fmla="*/ 0 w 5965370"/>
              <a:gd name="connsiteY0" fmla="*/ 0 h 6858000"/>
              <a:gd name="connsiteX1" fmla="*/ 5965370 w 5965370"/>
              <a:gd name="connsiteY1" fmla="*/ 0 h 6858000"/>
              <a:gd name="connsiteX2" fmla="*/ 5965370 w 5965370"/>
              <a:gd name="connsiteY2" fmla="*/ 6858000 h 6858000"/>
              <a:gd name="connsiteX3" fmla="*/ 0 w 596537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5370" h="6858000">
                <a:moveTo>
                  <a:pt x="0" y="0"/>
                </a:moveTo>
                <a:lnTo>
                  <a:pt x="5965370" y="0"/>
                </a:lnTo>
                <a:lnTo>
                  <a:pt x="5965370" y="6858000"/>
                </a:lnTo>
                <a:lnTo>
                  <a:pt x="0" y="68580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EE8084E3-8476-4A31-8838-95D56C1C99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68827" y="6480226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111069FF-2DBD-453E-A62E-A87DF2CF2FB0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106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g Imag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9D2BC59-BAA9-4F86-A1D2-5D980B71B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53" y="437871"/>
            <a:ext cx="4174836" cy="1590243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BCBD4-734B-4675-AF6F-AADF5D7D0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568" y="2028113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ullets">
            <a:extLst>
              <a:ext uri="{FF2B5EF4-FFF2-40B4-BE49-F238E27FC236}">
                <a16:creationId xmlns:a16="http://schemas.microsoft.com/office/drawing/2014/main" id="{193BA231-D4D9-4495-ABB3-778FD8DA04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53" y="2451397"/>
            <a:ext cx="4174836" cy="3558640"/>
          </a:xfrm>
          <a:prstGeom prst="rect">
            <a:avLst/>
          </a:prstGeom>
        </p:spPr>
        <p:txBody>
          <a:bodyPr>
            <a:noAutofit/>
          </a:bodyPr>
          <a:lstStyle>
            <a:lvl1pPr marL="304792" indent="-304792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6214" indent="-30902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265A9C31-C8EA-436B-A2CE-0C7EF8C1A1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26349" y="0"/>
            <a:ext cx="6765651" cy="6858000"/>
          </a:xfrm>
          <a:custGeom>
            <a:avLst/>
            <a:gdLst>
              <a:gd name="connsiteX0" fmla="*/ 0 w 5965370"/>
              <a:gd name="connsiteY0" fmla="*/ 0 h 6858000"/>
              <a:gd name="connsiteX1" fmla="*/ 5965370 w 5965370"/>
              <a:gd name="connsiteY1" fmla="*/ 0 h 6858000"/>
              <a:gd name="connsiteX2" fmla="*/ 5965370 w 5965370"/>
              <a:gd name="connsiteY2" fmla="*/ 6858000 h 6858000"/>
              <a:gd name="connsiteX3" fmla="*/ 0 w 596537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5370" h="6858000">
                <a:moveTo>
                  <a:pt x="0" y="0"/>
                </a:moveTo>
                <a:lnTo>
                  <a:pt x="5965370" y="0"/>
                </a:lnTo>
                <a:lnTo>
                  <a:pt x="5965370" y="6858000"/>
                </a:lnTo>
                <a:lnTo>
                  <a:pt x="0" y="68580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EE8084E3-8476-4A31-8838-95D56C1C99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36612" y="6512013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111069FF-2DBD-453E-A62E-A87DF2CF2FB0}"/>
              </a:ext>
            </a:extLst>
          </p:cNvPr>
          <p:cNvSpPr txBox="1"/>
          <p:nvPr/>
        </p:nvSpPr>
        <p:spPr>
          <a:xfrm>
            <a:off x="-533399" y="6527909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254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70285FB5-8EF0-4290-82AE-0E7D18F5E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50E0-BE9C-4243-B6E1-D36E23EB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able or Image">
            <a:extLst>
              <a:ext uri="{FF2B5EF4-FFF2-40B4-BE49-F238E27FC236}">
                <a16:creationId xmlns:a16="http://schemas.microsoft.com/office/drawing/2014/main" id="{474FEC9E-6C14-410D-B6E1-07F8E9C778B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0831" y="1539898"/>
            <a:ext cx="10780555" cy="4564621"/>
          </a:xfrm>
          <a:prstGeom prst="rect">
            <a:avLst/>
          </a:prstGeom>
        </p:spPr>
        <p:txBody>
          <a:bodyPr/>
          <a:lstStyle>
            <a:lvl1pPr marL="306910" indent="-306910">
              <a:buClr>
                <a:schemeClr val="tx2"/>
              </a:buClr>
              <a:buFont typeface="Wingdings" panose="05000000000000000000" pitchFamily="2" charset="2"/>
              <a:buNone/>
              <a:defRPr sz="2400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Table or image</a:t>
            </a:r>
          </a:p>
        </p:txBody>
      </p:sp>
      <p:sp>
        <p:nvSpPr>
          <p:cNvPr id="9" name="Citation">
            <a:extLst>
              <a:ext uri="{FF2B5EF4-FFF2-40B4-BE49-F238E27FC236}">
                <a16:creationId xmlns:a16="http://schemas.microsoft.com/office/drawing/2014/main" id="{CA0A6044-029B-48E2-80D3-50F9660246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99361" y="6108414"/>
            <a:ext cx="8992023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lang="en-US" sz="1400" b="0" i="0" u="none" strike="noStrike" smtClean="0">
                <a:effectLst/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Adapted/Reprinted from [APA reference].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2" name="WSE logo">
            <a:extLst>
              <a:ext uri="{FF2B5EF4-FFF2-40B4-BE49-F238E27FC236}">
                <a16:creationId xmlns:a16="http://schemas.microsoft.com/office/drawing/2014/main" id="{3A47A697-B777-4F7D-815F-EDBEC2B3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56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70285FB5-8EF0-4290-82AE-0E7D18F5E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50E0-BE9C-4243-B6E1-D36E23EB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2" name="WSE logo">
            <a:extLst>
              <a:ext uri="{FF2B5EF4-FFF2-40B4-BE49-F238E27FC236}">
                <a16:creationId xmlns:a16="http://schemas.microsoft.com/office/drawing/2014/main" id="{3A47A697-B777-4F7D-815F-EDBEC2B3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89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807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d Slide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1522A75-C6E1-4A35-AEF4-3058F787B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721" y="-2002446"/>
            <a:ext cx="10780553" cy="1168247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Copyright The Johns Hopkins University 2026. All rights reserved.</a:t>
            </a:r>
          </a:p>
        </p:txBody>
      </p:sp>
      <p:pic>
        <p:nvPicPr>
          <p:cNvPr id="2" name="Picture 18" descr="Medical History Moment - The Founding of Johns Hopkins University ...">
            <a:extLst>
              <a:ext uri="{FF2B5EF4-FFF2-40B4-BE49-F238E27FC236}">
                <a16:creationId xmlns:a16="http://schemas.microsoft.com/office/drawing/2014/main" id="{6855C648-89BA-05DB-FBE4-06DECEF5D9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" y="1"/>
            <a:ext cx="12191999" cy="685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13">
            <a:extLst>
              <a:ext uri="{FF2B5EF4-FFF2-40B4-BE49-F238E27FC236}">
                <a16:creationId xmlns:a16="http://schemas.microsoft.com/office/drawing/2014/main" id="{6A59C72E-C9CB-418F-981E-D5C3438A0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0800000">
            <a:off x="-2" y="-4"/>
            <a:ext cx="12192001" cy="6857999"/>
          </a:xfrm>
          <a:prstGeom prst="rect">
            <a:avLst/>
          </a:prstGeom>
          <a:gradFill flip="none" rotWithShape="1">
            <a:gsLst>
              <a:gs pos="0">
                <a:srgbClr val="69ACE5">
                  <a:alpha val="85000"/>
                </a:srgbClr>
              </a:gs>
              <a:gs pos="75000">
                <a:srgbClr val="3B6FAF">
                  <a:alpha val="8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WSE Logo">
            <a:extLst>
              <a:ext uri="{FF2B5EF4-FFF2-40B4-BE49-F238E27FC236}">
                <a16:creationId xmlns:a16="http://schemas.microsoft.com/office/drawing/2014/main" id="{73EE76B3-19B8-4A4F-9962-98EBF35D9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60216" y="1473562"/>
            <a:ext cx="6471568" cy="39108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46C736-D135-449F-AC2D-8C9ACCE3507D}"/>
              </a:ext>
            </a:extLst>
          </p:cNvPr>
          <p:cNvSpPr/>
          <p:nvPr/>
        </p:nvSpPr>
        <p:spPr>
          <a:xfrm>
            <a:off x="3986061" y="6292849"/>
            <a:ext cx="4219871" cy="289518"/>
          </a:xfrm>
          <a:prstGeom prst="rect">
            <a:avLst/>
          </a:prstGeom>
          <a:solidFill>
            <a:schemeClr val="tx2"/>
          </a:solidFill>
        </p:spPr>
        <p:txBody>
          <a:bodyPr wrap="square" lIns="108852" tIns="54427" rIns="108852" bIns="54427">
            <a:spAutoFit/>
          </a:bodyPr>
          <a:lstStyle/>
          <a:p>
            <a:pPr algn="ctr"/>
            <a:r>
              <a:rPr lang="en-US" sz="1167" dirty="0">
                <a:solidFill>
                  <a:schemeClr val="bg1"/>
                </a:solidFill>
                <a:latin typeface="Arial"/>
                <a:cs typeface="Arial"/>
              </a:rPr>
              <a:t>© The Johns Hopkins University 2026,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06063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6058-DA96-49ED-9434-127A7657A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FE67B-1932-4E50-984B-D13B49280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34487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Tri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 Picture">
            <a:extLst>
              <a:ext uri="{FF2B5EF4-FFF2-40B4-BE49-F238E27FC236}">
                <a16:creationId xmlns:a16="http://schemas.microsoft.com/office/drawing/2014/main" id="{9E5B6CA6-B6F4-4449-B80B-373EA4BE1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852855" y="852854"/>
            <a:ext cx="6858000" cy="5152292"/>
          </a:xfrm>
          <a:prstGeom prst="rect">
            <a:avLst/>
          </a:prstGeom>
        </p:spPr>
      </p:pic>
      <p:sp>
        <p:nvSpPr>
          <p:cNvPr id="8" name="Freeform 13">
            <a:extLst>
              <a:ext uri="{FF2B5EF4-FFF2-40B4-BE49-F238E27FC236}">
                <a16:creationId xmlns:a16="http://schemas.microsoft.com/office/drawing/2014/main" id="{A9CFBE73-852C-4CD7-B0DD-890AB86C2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5"/>
            <a:ext cx="5058521" cy="6857999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25013AE2-E3DB-4823-B27C-E37E2BA57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58460" y="0"/>
            <a:ext cx="10433539" cy="6858000"/>
          </a:xfrm>
          <a:custGeom>
            <a:avLst/>
            <a:gdLst>
              <a:gd name="connsiteX0" fmla="*/ 2 w 16204045"/>
              <a:gd name="connsiteY0" fmla="*/ 0 h 10287000"/>
              <a:gd name="connsiteX1" fmla="*/ 16204045 w 16204045"/>
              <a:gd name="connsiteY1" fmla="*/ 0 h 10287000"/>
              <a:gd name="connsiteX2" fmla="*/ 16204045 w 16204045"/>
              <a:gd name="connsiteY2" fmla="*/ 10287000 h 10287000"/>
              <a:gd name="connsiteX3" fmla="*/ 0 w 16204045"/>
              <a:gd name="connsiteY3" fmla="*/ 10287000 h 10287000"/>
              <a:gd name="connsiteX4" fmla="*/ 5143501 w 16204045"/>
              <a:gd name="connsiteY4" fmla="*/ 5143499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04045" h="10287000">
                <a:moveTo>
                  <a:pt x="2" y="0"/>
                </a:moveTo>
                <a:lnTo>
                  <a:pt x="16204045" y="0"/>
                </a:lnTo>
                <a:lnTo>
                  <a:pt x="16204045" y="10287000"/>
                </a:lnTo>
                <a:lnTo>
                  <a:pt x="0" y="10287000"/>
                </a:lnTo>
                <a:lnTo>
                  <a:pt x="5143501" y="5143499"/>
                </a:lnTo>
                <a:close/>
              </a:path>
            </a:pathLst>
          </a:custGeom>
          <a:solidFill>
            <a:schemeClr val="bg1"/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371566">
              <a:defRPr/>
            </a:pPr>
            <a:endParaRPr lang="uk-UA" sz="2800" kern="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0DC1BC56-1CC3-46DB-9AF3-0ABE9C7B5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3346" y="491461"/>
            <a:ext cx="6243780" cy="1156220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C4DA1-588C-473F-9289-61578C2D7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9120" y="1647681"/>
            <a:ext cx="1037573" cy="14921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Body Text">
            <a:extLst>
              <a:ext uri="{FF2B5EF4-FFF2-40B4-BE49-F238E27FC236}">
                <a16:creationId xmlns:a16="http://schemas.microsoft.com/office/drawing/2014/main" id="{0A9F6E88-C000-47AF-BB13-5C005638DA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23346" y="2171517"/>
            <a:ext cx="6243780" cy="3739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tx2"/>
              </a:buClr>
              <a:defRPr sz="2133"/>
            </a:lvl3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C6E950EA-E181-41E8-BC07-F40B1DDDABC6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39414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93811C-CED5-4A3A-A63F-55F501B73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672894F5-694C-4E89-9466-8B211199C5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9306" y="415849"/>
            <a:ext cx="5329385" cy="1146048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CEFF7E-EC91-4D9F-B8FF-3732B7C43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1574192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64F033F1-BBC7-40C9-9D92-D1A77D35D2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9308" y="1788793"/>
            <a:ext cx="5329384" cy="4770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Bullets">
            <a:extLst>
              <a:ext uri="{FF2B5EF4-FFF2-40B4-BE49-F238E27FC236}">
                <a16:creationId xmlns:a16="http://schemas.microsoft.com/office/drawing/2014/main" id="{11930C6E-74F3-4A46-8459-CB7DF31D20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9307" y="2644666"/>
            <a:ext cx="5329384" cy="3384613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buClr>
                <a:srgbClr val="69ACE5"/>
              </a:buClr>
              <a:buFont typeface="Wingdings" panose="05000000000000000000" pitchFamily="2" charset="2"/>
              <a:buChar char="§"/>
              <a:defRPr sz="21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chemeClr val="bg2"/>
              </a:buClr>
              <a:buFont typeface="Courier New" panose="02070309020205020404" pitchFamily="49" charset="0"/>
              <a:buChar char="o"/>
              <a:defRPr sz="2133">
                <a:solidFill>
                  <a:schemeClr val="bg1"/>
                </a:solidFill>
              </a:defRPr>
            </a:lvl2pPr>
            <a:lvl3pPr marL="1219170" indent="-304792">
              <a:buClr>
                <a:schemeClr val="bg2"/>
              </a:buClr>
              <a:defRPr sz="2133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125F2012-5AA2-4722-938F-6C2712BA44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20" name="Picture Citation">
            <a:extLst>
              <a:ext uri="{FF2B5EF4-FFF2-40B4-BE49-F238E27FC236}">
                <a16:creationId xmlns:a16="http://schemas.microsoft.com/office/drawing/2014/main" id="{6E0C0891-678B-4B94-B45C-18B52DCC61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307" y="6473749"/>
            <a:ext cx="1902395" cy="266049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8" name="Page Number">
            <a:extLst>
              <a:ext uri="{FF2B5EF4-FFF2-40B4-BE49-F238E27FC236}">
                <a16:creationId xmlns:a16="http://schemas.microsoft.com/office/drawing/2014/main" id="{A3221F5F-9756-4BE8-A395-29DB69822ADD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4" name="WSE logo">
            <a:extLst>
              <a:ext uri="{FF2B5EF4-FFF2-40B4-BE49-F238E27FC236}">
                <a16:creationId xmlns:a16="http://schemas.microsoft.com/office/drawing/2014/main" id="{9517D212-C05C-4C07-9599-6B4EC3A53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21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FC922D-F971-4707-8283-A3B5043B799C}"/>
              </a:ext>
            </a:extLst>
          </p:cNvPr>
          <p:cNvSpPr/>
          <p:nvPr userDrawn="1"/>
        </p:nvSpPr>
        <p:spPr>
          <a:xfrm>
            <a:off x="609600" y="571500"/>
            <a:ext cx="10972800" cy="26156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111DEAC-5DA3-40FB-8328-493BB53C3D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630" y="1296633"/>
            <a:ext cx="4766684" cy="1236288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8811F-BA33-419E-AC91-AAC3393B703F}"/>
              </a:ext>
            </a:extLst>
          </p:cNvPr>
          <p:cNvSpPr/>
          <p:nvPr userDrawn="1"/>
        </p:nvSpPr>
        <p:spPr>
          <a:xfrm>
            <a:off x="1214224" y="2532921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Picture">
            <a:extLst>
              <a:ext uri="{FF2B5EF4-FFF2-40B4-BE49-F238E27FC236}">
                <a16:creationId xmlns:a16="http://schemas.microsoft.com/office/drawing/2014/main" id="{709620F3-CE75-4F88-B996-D13338DB49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6350218" y="792646"/>
            <a:ext cx="4744279" cy="2878207"/>
          </a:xfrm>
          <a:custGeom>
            <a:avLst/>
            <a:gdLst>
              <a:gd name="connsiteX0" fmla="*/ 0 w 4744278"/>
              <a:gd name="connsiteY0" fmla="*/ 0 h 2878206"/>
              <a:gd name="connsiteX1" fmla="*/ 4744278 w 4744278"/>
              <a:gd name="connsiteY1" fmla="*/ 0 h 2878206"/>
              <a:gd name="connsiteX2" fmla="*/ 4744278 w 4744278"/>
              <a:gd name="connsiteY2" fmla="*/ 2878206 h 2878206"/>
              <a:gd name="connsiteX3" fmla="*/ 0 w 4744278"/>
              <a:gd name="connsiteY3" fmla="*/ 2878206 h 2878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4278" h="2878206">
                <a:moveTo>
                  <a:pt x="0" y="0"/>
                </a:moveTo>
                <a:lnTo>
                  <a:pt x="4744278" y="0"/>
                </a:lnTo>
                <a:lnTo>
                  <a:pt x="4744278" y="2878206"/>
                </a:lnTo>
                <a:lnTo>
                  <a:pt x="0" y="2878206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Citation">
            <a:extLst>
              <a:ext uri="{FF2B5EF4-FFF2-40B4-BE49-F238E27FC236}">
                <a16:creationId xmlns:a16="http://schemas.microsoft.com/office/drawing/2014/main" id="{0703DEBD-9CAD-4A4B-AFB1-1784BA7258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92101" y="3677202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6" name="Bullets 1">
            <a:extLst>
              <a:ext uri="{FF2B5EF4-FFF2-40B4-BE49-F238E27FC236}">
                <a16:creationId xmlns:a16="http://schemas.microsoft.com/office/drawing/2014/main" id="{FAFED653-B531-4E78-8677-DC685EEA40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4092688"/>
            <a:ext cx="3365259" cy="2200416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bg2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Bullets 2">
            <a:extLst>
              <a:ext uri="{FF2B5EF4-FFF2-40B4-BE49-F238E27FC236}">
                <a16:creationId xmlns:a16="http://schemas.microsoft.com/office/drawing/2014/main" id="{0577BDD5-F52D-4F20-B068-E48B0A0D4C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13371" y="4084032"/>
            <a:ext cx="3365259" cy="2200416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bg2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Bullets 3">
            <a:extLst>
              <a:ext uri="{FF2B5EF4-FFF2-40B4-BE49-F238E27FC236}">
                <a16:creationId xmlns:a16="http://schemas.microsoft.com/office/drawing/2014/main" id="{A32A3E7D-CC2E-4FBA-983C-0B62D18C16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17141" y="4085812"/>
            <a:ext cx="3365259" cy="2200416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bg2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380D9A22-5897-43DE-B092-AE5494CE5D2F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4" name="WSE logo">
            <a:extLst>
              <a:ext uri="{FF2B5EF4-FFF2-40B4-BE49-F238E27FC236}">
                <a16:creationId xmlns:a16="http://schemas.microsoft.com/office/drawing/2014/main" id="{AD37F1B9-E29E-4BAD-9584-2A9287180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207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ri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 Picture">
            <a:extLst>
              <a:ext uri="{FF2B5EF4-FFF2-40B4-BE49-F238E27FC236}">
                <a16:creationId xmlns:a16="http://schemas.microsoft.com/office/drawing/2014/main" id="{9E5B6CA6-B6F4-4449-B80B-373EA4BE1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852855" y="852854"/>
            <a:ext cx="6858000" cy="5152292"/>
          </a:xfrm>
          <a:prstGeom prst="rect">
            <a:avLst/>
          </a:prstGeom>
        </p:spPr>
      </p:pic>
      <p:sp>
        <p:nvSpPr>
          <p:cNvPr id="8" name="Freeform 13">
            <a:extLst>
              <a:ext uri="{FF2B5EF4-FFF2-40B4-BE49-F238E27FC236}">
                <a16:creationId xmlns:a16="http://schemas.microsoft.com/office/drawing/2014/main" id="{A9CFBE73-852C-4CD7-B0DD-890AB86C2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5"/>
            <a:ext cx="5058521" cy="6857999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25013AE2-E3DB-4823-B27C-E37E2BA57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58460" y="0"/>
            <a:ext cx="10433539" cy="6858000"/>
          </a:xfrm>
          <a:custGeom>
            <a:avLst/>
            <a:gdLst>
              <a:gd name="connsiteX0" fmla="*/ 2 w 16204045"/>
              <a:gd name="connsiteY0" fmla="*/ 0 h 10287000"/>
              <a:gd name="connsiteX1" fmla="*/ 16204045 w 16204045"/>
              <a:gd name="connsiteY1" fmla="*/ 0 h 10287000"/>
              <a:gd name="connsiteX2" fmla="*/ 16204045 w 16204045"/>
              <a:gd name="connsiteY2" fmla="*/ 10287000 h 10287000"/>
              <a:gd name="connsiteX3" fmla="*/ 0 w 16204045"/>
              <a:gd name="connsiteY3" fmla="*/ 10287000 h 10287000"/>
              <a:gd name="connsiteX4" fmla="*/ 5143501 w 16204045"/>
              <a:gd name="connsiteY4" fmla="*/ 5143499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04045" h="10287000">
                <a:moveTo>
                  <a:pt x="2" y="0"/>
                </a:moveTo>
                <a:lnTo>
                  <a:pt x="16204045" y="0"/>
                </a:lnTo>
                <a:lnTo>
                  <a:pt x="16204045" y="10287000"/>
                </a:lnTo>
                <a:lnTo>
                  <a:pt x="0" y="10287000"/>
                </a:lnTo>
                <a:lnTo>
                  <a:pt x="5143501" y="5143499"/>
                </a:lnTo>
                <a:close/>
              </a:path>
            </a:pathLst>
          </a:custGeom>
          <a:solidFill>
            <a:schemeClr val="bg1"/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371566">
              <a:defRPr/>
            </a:pPr>
            <a:endParaRPr lang="uk-UA" sz="2800" kern="0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0DC1BC56-1CC3-46DB-9AF3-0ABE9C7B5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3346" y="491461"/>
            <a:ext cx="6243780" cy="1156220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C4DA1-588C-473F-9289-61578C2D7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9120" y="1647681"/>
            <a:ext cx="1037573" cy="14921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Body Text">
            <a:extLst>
              <a:ext uri="{FF2B5EF4-FFF2-40B4-BE49-F238E27FC236}">
                <a16:creationId xmlns:a16="http://schemas.microsoft.com/office/drawing/2014/main" id="{0A9F6E88-C000-47AF-BB13-5C005638DA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23346" y="2171517"/>
            <a:ext cx="6243780" cy="3739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chemeClr val="tx2"/>
              </a:buClr>
              <a:defRPr sz="2133"/>
            </a:lvl3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C6E950EA-E181-41E8-BC07-F40B1DDDABC6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60468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Bullets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654176"/>
            <a:ext cx="12192000" cy="3657600"/>
          </a:xfrm>
          <a:prstGeom prst="rect">
            <a:avLst/>
          </a:prstGeom>
          <a:solidFill>
            <a:srgbClr val="092C7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24"/>
            <a:endParaRPr lang="uk-UA" sz="1867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F3CE606-8D56-4BB0-B849-C27882F536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015" y="2149476"/>
            <a:ext cx="11119971" cy="2667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312906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9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Bullets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654176"/>
            <a:ext cx="12192000" cy="3657600"/>
          </a:xfrm>
          <a:prstGeom prst="rect">
            <a:avLst/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67" b="0" i="0" u="none" strike="noStrike" kern="1200" cap="none" spc="0" normalizeH="0" baseline="0" noProof="0" dirty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D7605-D747-2A44-A3F6-03925D5D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95" y="2000505"/>
            <a:ext cx="11571901" cy="293234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312906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1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and Bullets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654176"/>
            <a:ext cx="12192000" cy="3657600"/>
          </a:xfrm>
          <a:prstGeom prst="rect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67" b="0" i="0" u="none" strike="noStrike" kern="1200" cap="none" spc="0" normalizeH="0" baseline="0" noProof="0" dirty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D7605-D747-2A44-A3F6-03925D5D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95" y="2000505"/>
            <a:ext cx="11571901" cy="293234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312906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4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9696BA-3CAD-4740-83E8-4A2CDE35D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84075"/>
            <a:ext cx="12192000" cy="32898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FF6BD4-99E6-47D8-8CB4-96909C050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7272" y="3229064"/>
            <a:ext cx="1037573" cy="13778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8241E8AA-7C6C-4211-943F-08C05083C9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8331" y="2069804"/>
            <a:ext cx="6604069" cy="1156808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rgbClr val="092C74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2" name="Body Text">
            <a:extLst>
              <a:ext uri="{FF2B5EF4-FFF2-40B4-BE49-F238E27FC236}">
                <a16:creationId xmlns:a16="http://schemas.microsoft.com/office/drawing/2014/main" id="{4B6AB3A2-1B90-4E53-9B04-A72DC3F6B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8333" y="3631390"/>
            <a:ext cx="6604068" cy="9832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67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AA0F990B-C544-47FD-B660-9B95AC702D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549434"/>
            <a:ext cx="3759132" cy="3759132"/>
          </a:xfrm>
          <a:custGeom>
            <a:avLst/>
            <a:gdLst>
              <a:gd name="connsiteX0" fmla="*/ 1879566 w 3759132"/>
              <a:gd name="connsiteY0" fmla="*/ 0 h 3759132"/>
              <a:gd name="connsiteX1" fmla="*/ 3759132 w 3759132"/>
              <a:gd name="connsiteY1" fmla="*/ 1879566 h 3759132"/>
              <a:gd name="connsiteX2" fmla="*/ 1879566 w 3759132"/>
              <a:gd name="connsiteY2" fmla="*/ 3759132 h 3759132"/>
              <a:gd name="connsiteX3" fmla="*/ 0 w 3759132"/>
              <a:gd name="connsiteY3" fmla="*/ 1879566 h 3759132"/>
              <a:gd name="connsiteX4" fmla="*/ 1879566 w 3759132"/>
              <a:gd name="connsiteY4" fmla="*/ 0 h 375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9132" h="3759132">
                <a:moveTo>
                  <a:pt x="1879566" y="0"/>
                </a:moveTo>
                <a:cubicBezTo>
                  <a:pt x="2917622" y="0"/>
                  <a:pt x="3759132" y="841510"/>
                  <a:pt x="3759132" y="1879566"/>
                </a:cubicBezTo>
                <a:cubicBezTo>
                  <a:pt x="3759132" y="2917622"/>
                  <a:pt x="2917622" y="3759132"/>
                  <a:pt x="1879566" y="3759132"/>
                </a:cubicBezTo>
                <a:cubicBezTo>
                  <a:pt x="841510" y="3759132"/>
                  <a:pt x="0" y="2917622"/>
                  <a:pt x="0" y="1879566"/>
                </a:cubicBezTo>
                <a:cubicBezTo>
                  <a:pt x="0" y="841510"/>
                  <a:pt x="841510" y="0"/>
                  <a:pt x="18795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18" name="Picture Citation">
            <a:extLst>
              <a:ext uri="{FF2B5EF4-FFF2-40B4-BE49-F238E27FC236}">
                <a16:creationId xmlns:a16="http://schemas.microsoft.com/office/drawing/2014/main" id="{F501A6CF-A735-4626-98DA-9E8B0FD312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37968" y="5409837"/>
            <a:ext cx="1902395" cy="26674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9D01B63B-5697-4312-8E71-329C97791FCC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" name="WSE logo">
            <a:extLst>
              <a:ext uri="{FF2B5EF4-FFF2-40B4-BE49-F238E27FC236}">
                <a16:creationId xmlns:a16="http://schemas.microsoft.com/office/drawing/2014/main" id="{72AF7E56-FAB2-4B4F-84DF-5DD134D2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72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15760-3E07-42D4-A21D-F0FD40BE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5691188" cy="35813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31B6ABB6-9249-43D4-9BFB-1F42958AF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583" y="198475"/>
            <a:ext cx="4784437" cy="1159284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AAC933-258D-4315-BE02-5E15627A0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8960" y="1358463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0E77657-A0B6-49EF-B483-225CE89E53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2582" y="1838209"/>
            <a:ext cx="4784437" cy="9832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1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AED0488D-2197-437E-977B-1F0684754E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147127"/>
            <a:ext cx="5691499" cy="2152189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7" name="Picture 1">
            <a:extLst>
              <a:ext uri="{FF2B5EF4-FFF2-40B4-BE49-F238E27FC236}">
                <a16:creationId xmlns:a16="http://schemas.microsoft.com/office/drawing/2014/main" id="{B026DFBA-6B10-4A30-8151-CF6F094DFC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5691189" y="1"/>
            <a:ext cx="6500812" cy="3581399"/>
          </a:xfrm>
          <a:custGeom>
            <a:avLst/>
            <a:gdLst>
              <a:gd name="connsiteX0" fmla="*/ 0 w 6652591"/>
              <a:gd name="connsiteY0" fmla="*/ 0 h 3429000"/>
              <a:gd name="connsiteX1" fmla="*/ 6652591 w 6652591"/>
              <a:gd name="connsiteY1" fmla="*/ 0 h 3429000"/>
              <a:gd name="connsiteX2" fmla="*/ 6652591 w 6652591"/>
              <a:gd name="connsiteY2" fmla="*/ 3429000 h 3429000"/>
              <a:gd name="connsiteX3" fmla="*/ 0 w 6652591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2591" h="3429000">
                <a:moveTo>
                  <a:pt x="0" y="0"/>
                </a:moveTo>
                <a:lnTo>
                  <a:pt x="6652591" y="0"/>
                </a:lnTo>
                <a:lnTo>
                  <a:pt x="6652591" y="3429000"/>
                </a:lnTo>
                <a:lnTo>
                  <a:pt x="0" y="34290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1 Citation">
            <a:extLst>
              <a:ext uri="{FF2B5EF4-FFF2-40B4-BE49-F238E27FC236}">
                <a16:creationId xmlns:a16="http://schemas.microsoft.com/office/drawing/2014/main" id="{934C4126-513D-4063-8159-9000EEF20C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85104" y="3581400"/>
            <a:ext cx="1902395" cy="274571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6" name="Picture 2">
            <a:extLst>
              <a:ext uri="{FF2B5EF4-FFF2-40B4-BE49-F238E27FC236}">
                <a16:creationId xmlns:a16="http://schemas.microsoft.com/office/drawing/2014/main" id="{2F36CBD8-DA4E-4734-8794-822955545B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9237" y="3581400"/>
            <a:ext cx="5691187" cy="3276600"/>
          </a:xfrm>
          <a:custGeom>
            <a:avLst/>
            <a:gdLst>
              <a:gd name="connsiteX0" fmla="*/ 0 w 2584174"/>
              <a:gd name="connsiteY0" fmla="*/ 0 h 3710609"/>
              <a:gd name="connsiteX1" fmla="*/ 2584174 w 2584174"/>
              <a:gd name="connsiteY1" fmla="*/ 0 h 3710609"/>
              <a:gd name="connsiteX2" fmla="*/ 2584174 w 2584174"/>
              <a:gd name="connsiteY2" fmla="*/ 3710609 h 3710609"/>
              <a:gd name="connsiteX3" fmla="*/ 0 w 2584174"/>
              <a:gd name="connsiteY3" fmla="*/ 3710609 h 3710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4174" h="3710609">
                <a:moveTo>
                  <a:pt x="0" y="0"/>
                </a:moveTo>
                <a:lnTo>
                  <a:pt x="2584174" y="0"/>
                </a:lnTo>
                <a:lnTo>
                  <a:pt x="2584174" y="3710609"/>
                </a:lnTo>
                <a:lnTo>
                  <a:pt x="0" y="371060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2 Citation">
            <a:extLst>
              <a:ext uri="{FF2B5EF4-FFF2-40B4-BE49-F238E27FC236}">
                <a16:creationId xmlns:a16="http://schemas.microsoft.com/office/drawing/2014/main" id="{84787030-AF2E-40DC-BF01-B820369026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00424" y="6480225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8" name="Page Number">
            <a:extLst>
              <a:ext uri="{FF2B5EF4-FFF2-40B4-BE49-F238E27FC236}">
                <a16:creationId xmlns:a16="http://schemas.microsoft.com/office/drawing/2014/main" id="{5B1CCA31-5A25-479D-AD67-186535D4878C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7" name="WSE logo">
            <a:extLst>
              <a:ext uri="{FF2B5EF4-FFF2-40B4-BE49-F238E27FC236}">
                <a16:creationId xmlns:a16="http://schemas.microsoft.com/office/drawing/2014/main" id="{35AF0EDF-51BB-4438-8F46-7DF1B21E6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648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s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90ABE2-A37C-4759-BB33-9EAD1E88A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688" y="607408"/>
            <a:ext cx="4657312" cy="41248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32316"/>
            <a:ext cx="6108008" cy="115389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3901" y="1907446"/>
            <a:ext cx="4762500" cy="4179029"/>
          </a:xfrm>
          <a:prstGeom prst="rect">
            <a:avLst/>
          </a:prstGeom>
        </p:spPr>
        <p:txBody>
          <a:bodyPr>
            <a:noAutofit/>
          </a:bodyPr>
          <a:lstStyle>
            <a:lvl1pPr marL="344479" indent="-344479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7748" indent="-300559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6096000" y="1907446"/>
            <a:ext cx="5486400" cy="4179029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80005" y="6089182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250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s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185CA7AE-7686-4662-B756-DCF209F58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DDFDD8-D646-43B5-AA68-7BD2BA874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2F1646-A3CA-40D6-8C82-88AB9B10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901825"/>
            <a:ext cx="6096000" cy="3657600"/>
          </a:xfrm>
          <a:prstGeom prst="rect">
            <a:avLst/>
          </a:prstGeom>
          <a:solidFill>
            <a:srgbClr val="092C7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24"/>
            <a:endParaRPr lang="uk-UA" sz="1867">
              <a:solidFill>
                <a:srgbClr val="0A091B"/>
              </a:solidFill>
              <a:latin typeface="Roboto"/>
            </a:endParaRPr>
          </a:p>
        </p:txBody>
      </p:sp>
      <p:sp>
        <p:nvSpPr>
          <p:cNvPr id="6" name="Picture"/>
          <p:cNvSpPr>
            <a:spLocks noGrp="1"/>
          </p:cNvSpPr>
          <p:nvPr>
            <p:ph type="pic" sz="quarter" idx="11"/>
          </p:nvPr>
        </p:nvSpPr>
        <p:spPr>
          <a:xfrm>
            <a:off x="0" y="1901825"/>
            <a:ext cx="6096000" cy="36576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uk-UA" dirty="0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B589D318-66FA-4A72-983A-051B97FE81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5559426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/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F3CE606-8D56-4BB0-B849-C27882F536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2900" y="2397125"/>
            <a:ext cx="4902200" cy="2667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117BC372-4338-4AC5-A7EE-13FBCB2E045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07ACA5C5-BCA5-44A5-85C5-A0ABBF4E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EB5493-B3A2-40C1-8BB1-AB892AD7F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3"/>
            <a:ext cx="4163787" cy="68580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FBF9887D-E6B3-4215-89CB-6D0E9B71B9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 bwMode="auto">
          <a:xfrm>
            <a:off x="1143001" y="1664805"/>
            <a:ext cx="6041571" cy="3528391"/>
          </a:xfrm>
          <a:custGeom>
            <a:avLst/>
            <a:gdLst>
              <a:gd name="connsiteX0" fmla="*/ 0 w 6089373"/>
              <a:gd name="connsiteY0" fmla="*/ 0 h 3528391"/>
              <a:gd name="connsiteX1" fmla="*/ 6089373 w 6089373"/>
              <a:gd name="connsiteY1" fmla="*/ 0 h 3528391"/>
              <a:gd name="connsiteX2" fmla="*/ 6089373 w 6089373"/>
              <a:gd name="connsiteY2" fmla="*/ 3528391 h 3528391"/>
              <a:gd name="connsiteX3" fmla="*/ 0 w 6089373"/>
              <a:gd name="connsiteY3" fmla="*/ 3528391 h 3528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9373" h="3528391">
                <a:moveTo>
                  <a:pt x="0" y="0"/>
                </a:moveTo>
                <a:lnTo>
                  <a:pt x="6089373" y="0"/>
                </a:lnTo>
                <a:lnTo>
                  <a:pt x="6089373" y="3528391"/>
                </a:lnTo>
                <a:lnTo>
                  <a:pt x="0" y="3528391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Citation">
            <a:extLst>
              <a:ext uri="{FF2B5EF4-FFF2-40B4-BE49-F238E27FC236}">
                <a16:creationId xmlns:a16="http://schemas.microsoft.com/office/drawing/2014/main" id="{AD6D53B2-B358-42B0-8674-1675EB1C62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3001" y="5211667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7" name="Icon">
            <a:extLst>
              <a:ext uri="{FF2B5EF4-FFF2-40B4-BE49-F238E27FC236}">
                <a16:creationId xmlns:a16="http://schemas.microsoft.com/office/drawing/2014/main" id="{FE8CABBD-9B77-4E67-9A9B-7336CC8B4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396" y="2173058"/>
            <a:ext cx="452560" cy="384149"/>
          </a:xfrm>
          <a:custGeom>
            <a:avLst/>
            <a:gdLst>
              <a:gd name="T0" fmla="*/ 350 w 759"/>
              <a:gd name="T1" fmla="*/ 379 h 642"/>
              <a:gd name="T2" fmla="*/ 350 w 759"/>
              <a:gd name="T3" fmla="*/ 554 h 642"/>
              <a:gd name="T4" fmla="*/ 263 w 759"/>
              <a:gd name="T5" fmla="*/ 641 h 642"/>
              <a:gd name="T6" fmla="*/ 88 w 759"/>
              <a:gd name="T7" fmla="*/ 641 h 642"/>
              <a:gd name="T8" fmla="*/ 0 w 759"/>
              <a:gd name="T9" fmla="*/ 554 h 642"/>
              <a:gd name="T10" fmla="*/ 0 w 759"/>
              <a:gd name="T11" fmla="*/ 233 h 642"/>
              <a:gd name="T12" fmla="*/ 233 w 759"/>
              <a:gd name="T13" fmla="*/ 0 h 642"/>
              <a:gd name="T14" fmla="*/ 263 w 759"/>
              <a:gd name="T15" fmla="*/ 0 h 642"/>
              <a:gd name="T16" fmla="*/ 292 w 759"/>
              <a:gd name="T17" fmla="*/ 29 h 642"/>
              <a:gd name="T18" fmla="*/ 292 w 759"/>
              <a:gd name="T19" fmla="*/ 87 h 642"/>
              <a:gd name="T20" fmla="*/ 263 w 759"/>
              <a:gd name="T21" fmla="*/ 116 h 642"/>
              <a:gd name="T22" fmla="*/ 233 w 759"/>
              <a:gd name="T23" fmla="*/ 116 h 642"/>
              <a:gd name="T24" fmla="*/ 117 w 759"/>
              <a:gd name="T25" fmla="*/ 233 h 642"/>
              <a:gd name="T26" fmla="*/ 117 w 759"/>
              <a:gd name="T27" fmla="*/ 248 h 642"/>
              <a:gd name="T28" fmla="*/ 161 w 759"/>
              <a:gd name="T29" fmla="*/ 291 h 642"/>
              <a:gd name="T30" fmla="*/ 263 w 759"/>
              <a:gd name="T31" fmla="*/ 291 h 642"/>
              <a:gd name="T32" fmla="*/ 350 w 759"/>
              <a:gd name="T33" fmla="*/ 379 h 642"/>
              <a:gd name="T34" fmla="*/ 758 w 759"/>
              <a:gd name="T35" fmla="*/ 379 h 642"/>
              <a:gd name="T36" fmla="*/ 758 w 759"/>
              <a:gd name="T37" fmla="*/ 554 h 642"/>
              <a:gd name="T38" fmla="*/ 671 w 759"/>
              <a:gd name="T39" fmla="*/ 641 h 642"/>
              <a:gd name="T40" fmla="*/ 496 w 759"/>
              <a:gd name="T41" fmla="*/ 641 h 642"/>
              <a:gd name="T42" fmla="*/ 408 w 759"/>
              <a:gd name="T43" fmla="*/ 554 h 642"/>
              <a:gd name="T44" fmla="*/ 408 w 759"/>
              <a:gd name="T45" fmla="*/ 233 h 642"/>
              <a:gd name="T46" fmla="*/ 642 w 759"/>
              <a:gd name="T47" fmla="*/ 0 h 642"/>
              <a:gd name="T48" fmla="*/ 671 w 759"/>
              <a:gd name="T49" fmla="*/ 0 h 642"/>
              <a:gd name="T50" fmla="*/ 700 w 759"/>
              <a:gd name="T51" fmla="*/ 29 h 642"/>
              <a:gd name="T52" fmla="*/ 700 w 759"/>
              <a:gd name="T53" fmla="*/ 87 h 642"/>
              <a:gd name="T54" fmla="*/ 671 w 759"/>
              <a:gd name="T55" fmla="*/ 116 h 642"/>
              <a:gd name="T56" fmla="*/ 642 w 759"/>
              <a:gd name="T57" fmla="*/ 116 h 642"/>
              <a:gd name="T58" fmla="*/ 525 w 759"/>
              <a:gd name="T59" fmla="*/ 233 h 642"/>
              <a:gd name="T60" fmla="*/ 525 w 759"/>
              <a:gd name="T61" fmla="*/ 248 h 642"/>
              <a:gd name="T62" fmla="*/ 569 w 759"/>
              <a:gd name="T63" fmla="*/ 291 h 642"/>
              <a:gd name="T64" fmla="*/ 671 w 759"/>
              <a:gd name="T65" fmla="*/ 291 h 642"/>
              <a:gd name="T66" fmla="*/ 758 w 759"/>
              <a:gd name="T67" fmla="*/ 379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59" h="642">
                <a:moveTo>
                  <a:pt x="350" y="379"/>
                </a:moveTo>
                <a:lnTo>
                  <a:pt x="350" y="554"/>
                </a:lnTo>
                <a:cubicBezTo>
                  <a:pt x="350" y="602"/>
                  <a:pt x="311" y="641"/>
                  <a:pt x="263" y="641"/>
                </a:cubicBezTo>
                <a:lnTo>
                  <a:pt x="88" y="641"/>
                </a:lnTo>
                <a:cubicBezTo>
                  <a:pt x="39" y="641"/>
                  <a:pt x="0" y="602"/>
                  <a:pt x="0" y="554"/>
                </a:cubicBezTo>
                <a:lnTo>
                  <a:pt x="0" y="233"/>
                </a:lnTo>
                <a:cubicBezTo>
                  <a:pt x="0" y="105"/>
                  <a:pt x="105" y="0"/>
                  <a:pt x="233" y="0"/>
                </a:cubicBezTo>
                <a:lnTo>
                  <a:pt x="263" y="0"/>
                </a:lnTo>
                <a:cubicBezTo>
                  <a:pt x="279" y="0"/>
                  <a:pt x="292" y="13"/>
                  <a:pt x="292" y="29"/>
                </a:cubicBezTo>
                <a:lnTo>
                  <a:pt x="292" y="87"/>
                </a:lnTo>
                <a:cubicBezTo>
                  <a:pt x="292" y="103"/>
                  <a:pt x="279" y="116"/>
                  <a:pt x="263" y="116"/>
                </a:cubicBezTo>
                <a:lnTo>
                  <a:pt x="233" y="116"/>
                </a:lnTo>
                <a:cubicBezTo>
                  <a:pt x="169" y="116"/>
                  <a:pt x="117" y="169"/>
                  <a:pt x="117" y="233"/>
                </a:cubicBezTo>
                <a:lnTo>
                  <a:pt x="117" y="248"/>
                </a:lnTo>
                <a:cubicBezTo>
                  <a:pt x="117" y="272"/>
                  <a:pt x="136" y="291"/>
                  <a:pt x="161" y="291"/>
                </a:cubicBezTo>
                <a:lnTo>
                  <a:pt x="263" y="291"/>
                </a:lnTo>
                <a:cubicBezTo>
                  <a:pt x="311" y="291"/>
                  <a:pt x="350" y="330"/>
                  <a:pt x="350" y="379"/>
                </a:cubicBezTo>
                <a:close/>
                <a:moveTo>
                  <a:pt x="758" y="379"/>
                </a:moveTo>
                <a:lnTo>
                  <a:pt x="758" y="554"/>
                </a:lnTo>
                <a:cubicBezTo>
                  <a:pt x="758" y="602"/>
                  <a:pt x="719" y="641"/>
                  <a:pt x="671" y="641"/>
                </a:cubicBezTo>
                <a:lnTo>
                  <a:pt x="496" y="641"/>
                </a:lnTo>
                <a:cubicBezTo>
                  <a:pt x="447" y="641"/>
                  <a:pt x="408" y="602"/>
                  <a:pt x="408" y="554"/>
                </a:cubicBezTo>
                <a:lnTo>
                  <a:pt x="408" y="233"/>
                </a:lnTo>
                <a:cubicBezTo>
                  <a:pt x="408" y="105"/>
                  <a:pt x="513" y="0"/>
                  <a:pt x="642" y="0"/>
                </a:cubicBezTo>
                <a:lnTo>
                  <a:pt x="671" y="0"/>
                </a:lnTo>
                <a:cubicBezTo>
                  <a:pt x="687" y="0"/>
                  <a:pt x="700" y="13"/>
                  <a:pt x="700" y="29"/>
                </a:cubicBezTo>
                <a:lnTo>
                  <a:pt x="700" y="87"/>
                </a:lnTo>
                <a:cubicBezTo>
                  <a:pt x="700" y="103"/>
                  <a:pt x="687" y="116"/>
                  <a:pt x="671" y="116"/>
                </a:cubicBezTo>
                <a:lnTo>
                  <a:pt x="642" y="116"/>
                </a:lnTo>
                <a:cubicBezTo>
                  <a:pt x="577" y="116"/>
                  <a:pt x="525" y="169"/>
                  <a:pt x="525" y="233"/>
                </a:cubicBezTo>
                <a:lnTo>
                  <a:pt x="525" y="248"/>
                </a:lnTo>
                <a:cubicBezTo>
                  <a:pt x="525" y="272"/>
                  <a:pt x="545" y="291"/>
                  <a:pt x="569" y="291"/>
                </a:cubicBezTo>
                <a:lnTo>
                  <a:pt x="671" y="291"/>
                </a:lnTo>
                <a:cubicBezTo>
                  <a:pt x="719" y="291"/>
                  <a:pt x="758" y="330"/>
                  <a:pt x="758" y="379"/>
                </a:cubicBezTo>
                <a:close/>
              </a:path>
            </a:pathLst>
          </a:custGeom>
          <a:solidFill>
            <a:srgbClr val="092C74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marL="0" marR="0" lvl="0" indent="0" algn="l" defTabSz="45718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2BC00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D569EA10-43E0-4BEE-B214-09F7B8A232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1511" y="2865467"/>
            <a:ext cx="3270331" cy="18156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quote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EEE55CF8-625E-4400-8F6B-ECBACA3EBA59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22772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Quot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1554FC-FADE-4575-A597-D22AD9E65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3061" y="381002"/>
            <a:ext cx="11445875" cy="6095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7C347-6C9A-4E19-9B45-59DD15CEE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270" y="1408706"/>
            <a:ext cx="4026012" cy="4040588"/>
          </a:xfrm>
          <a:prstGeom prst="rect">
            <a:avLst/>
          </a:prstGeom>
          <a:solidFill>
            <a:srgbClr val="092C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2F947-1432-4A46-A4D0-277EDD87161D}"/>
              </a:ext>
            </a:extLst>
          </p:cNvPr>
          <p:cNvSpPr/>
          <p:nvPr userDrawn="1"/>
        </p:nvSpPr>
        <p:spPr>
          <a:xfrm>
            <a:off x="1888435" y="2057400"/>
            <a:ext cx="5671931" cy="27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Quote">
            <a:extLst>
              <a:ext uri="{FF2B5EF4-FFF2-40B4-BE49-F238E27FC236}">
                <a16:creationId xmlns:a16="http://schemas.microsoft.com/office/drawing/2014/main" id="{5C8A66A0-BC82-4893-917E-EB5E32A0EF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7007" y="2567709"/>
            <a:ext cx="4411263" cy="17733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quote</a:t>
            </a:r>
          </a:p>
        </p:txBody>
      </p:sp>
      <p:sp>
        <p:nvSpPr>
          <p:cNvPr id="4" name="Picture">
            <a:extLst>
              <a:ext uri="{FF2B5EF4-FFF2-40B4-BE49-F238E27FC236}">
                <a16:creationId xmlns:a16="http://schemas.microsoft.com/office/drawing/2014/main" id="{4E6386A3-9469-4807-90E8-CCCADF41D9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7560364" y="2057400"/>
            <a:ext cx="2743200" cy="2743200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Citation">
            <a:extLst>
              <a:ext uri="{FF2B5EF4-FFF2-40B4-BE49-F238E27FC236}">
                <a16:creationId xmlns:a16="http://schemas.microsoft.com/office/drawing/2014/main" id="{0B1D907D-0C88-48F8-8FE2-9848768ADB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01169" y="4809837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C812EE0D-8561-48A0-A9AE-FEBB91B26CAF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61960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Quot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1554FC-FADE-4575-A597-D22AD9E65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3061" y="381002"/>
            <a:ext cx="11445875" cy="6095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7C347-6C9A-4E19-9B45-59DD15CEE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270" y="1408706"/>
            <a:ext cx="4026012" cy="4040588"/>
          </a:xfrm>
          <a:prstGeom prst="rect">
            <a:avLst/>
          </a:prstGeom>
          <a:solidFill>
            <a:srgbClr val="092C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2F947-1432-4A46-A4D0-277EDD87161D}"/>
              </a:ext>
            </a:extLst>
          </p:cNvPr>
          <p:cNvSpPr/>
          <p:nvPr userDrawn="1"/>
        </p:nvSpPr>
        <p:spPr>
          <a:xfrm>
            <a:off x="1888435" y="2057400"/>
            <a:ext cx="5671931" cy="27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2E7280-E0EB-D34E-ACCA-E3CD4843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71" y="2343767"/>
            <a:ext cx="5255171" cy="2266771"/>
          </a:xfrm>
          <a:prstGeom prst="rect">
            <a:avLst/>
          </a:prstGeom>
        </p:spPr>
        <p:txBody>
          <a:bodyPr/>
          <a:lstStyle>
            <a:lvl1pPr>
              <a:defRPr sz="2133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">
            <a:extLst>
              <a:ext uri="{FF2B5EF4-FFF2-40B4-BE49-F238E27FC236}">
                <a16:creationId xmlns:a16="http://schemas.microsoft.com/office/drawing/2014/main" id="{4E6386A3-9469-4807-90E8-CCCADF41D9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7560364" y="2057400"/>
            <a:ext cx="2743200" cy="2743200"/>
          </a:xfrm>
          <a:custGeom>
            <a:avLst/>
            <a:gdLst>
              <a:gd name="connsiteX0" fmla="*/ 0 w 2743200"/>
              <a:gd name="connsiteY0" fmla="*/ 0 h 2743200"/>
              <a:gd name="connsiteX1" fmla="*/ 2743200 w 2743200"/>
              <a:gd name="connsiteY1" fmla="*/ 0 h 2743200"/>
              <a:gd name="connsiteX2" fmla="*/ 2743200 w 2743200"/>
              <a:gd name="connsiteY2" fmla="*/ 2743200 h 2743200"/>
              <a:gd name="connsiteX3" fmla="*/ 0 w 27432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2743200" y="0"/>
                </a:lnTo>
                <a:lnTo>
                  <a:pt x="2743200" y="2743200"/>
                </a:lnTo>
                <a:lnTo>
                  <a:pt x="0" y="27432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Citation">
            <a:extLst>
              <a:ext uri="{FF2B5EF4-FFF2-40B4-BE49-F238E27FC236}">
                <a16:creationId xmlns:a16="http://schemas.microsoft.com/office/drawing/2014/main" id="{0B1D907D-0C88-48F8-8FE2-9848768ADB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01169" y="4809837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C812EE0D-8561-48A0-A9AE-FEBB91B26CAF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9576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AE8B6D00-0CE5-4F77-A502-4776F085A5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D77B7E-D676-4430-9251-20A93BF45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11955E-A65C-4E31-A691-13A70FEEC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06648"/>
            <a:ext cx="12192000" cy="35915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13" name="Picture 1">
            <a:extLst>
              <a:ext uri="{FF2B5EF4-FFF2-40B4-BE49-F238E27FC236}">
                <a16:creationId xmlns:a16="http://schemas.microsoft.com/office/drawing/2014/main" id="{3EF03DDC-6633-494B-9776-488C6BEEF1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auto">
          <a:xfrm>
            <a:off x="711893" y="2079057"/>
            <a:ext cx="2249713" cy="2220471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8" name="Picture 1 Citation">
            <a:extLst>
              <a:ext uri="{FF2B5EF4-FFF2-40B4-BE49-F238E27FC236}">
                <a16:creationId xmlns:a16="http://schemas.microsoft.com/office/drawing/2014/main" id="{23EDEA9D-6619-4636-9D0C-708BA2E0C9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5551" y="4319154"/>
            <a:ext cx="1902395" cy="26674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20" name="Bullet 1">
            <a:extLst>
              <a:ext uri="{FF2B5EF4-FFF2-40B4-BE49-F238E27FC236}">
                <a16:creationId xmlns:a16="http://schemas.microsoft.com/office/drawing/2014/main" id="{4A0E21E2-0D13-441F-82DA-7A39FD0CFA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000" y="4778663"/>
            <a:ext cx="2244603" cy="1523999"/>
          </a:xfrm>
          <a:prstGeom prst="rect">
            <a:avLst/>
          </a:prstGeom>
        </p:spPr>
        <p:txBody>
          <a:bodyPr>
            <a:noAutofit/>
          </a:bodyPr>
          <a:lstStyle>
            <a:lvl1pPr marL="156629" indent="-156629">
              <a:buClr>
                <a:schemeClr val="bg1"/>
              </a:buClr>
              <a:buFont typeface="Wingdings" panose="05000000000000000000" pitchFamily="2" charset="2"/>
              <a:buChar char="§"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48163">
              <a:buClr>
                <a:schemeClr val="bg1"/>
              </a:buClr>
              <a:buFont typeface="Courier New" panose="02070309020205020404" pitchFamily="49" charset="0"/>
              <a:buChar char="o"/>
              <a:defRPr sz="1333">
                <a:solidFill>
                  <a:schemeClr val="bg1"/>
                </a:solidFill>
              </a:defRPr>
            </a:lvl2pPr>
            <a:lvl3pPr marL="1219170" indent="-304792">
              <a:defRPr sz="1333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Picture 2">
            <a:extLst>
              <a:ext uri="{FF2B5EF4-FFF2-40B4-BE49-F238E27FC236}">
                <a16:creationId xmlns:a16="http://schemas.microsoft.com/office/drawing/2014/main" id="{2E4C83EF-E5C1-438E-8B2B-8E1C2D8A34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auto">
          <a:xfrm>
            <a:off x="3578410" y="2098683"/>
            <a:ext cx="2249713" cy="2220471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Picture 2 Citation">
            <a:extLst>
              <a:ext uri="{FF2B5EF4-FFF2-40B4-BE49-F238E27FC236}">
                <a16:creationId xmlns:a16="http://schemas.microsoft.com/office/drawing/2014/main" id="{A0086350-D8A5-4130-8619-AE16BACE4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49513" y="4327801"/>
            <a:ext cx="1902395" cy="26674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21" name="Bullet 2">
            <a:extLst>
              <a:ext uri="{FF2B5EF4-FFF2-40B4-BE49-F238E27FC236}">
                <a16:creationId xmlns:a16="http://schemas.microsoft.com/office/drawing/2014/main" id="{D54FA790-8A27-4C02-86E4-F475F67FD4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8409" y="4798290"/>
            <a:ext cx="2244603" cy="1523999"/>
          </a:xfrm>
          <a:prstGeom prst="rect">
            <a:avLst/>
          </a:prstGeom>
        </p:spPr>
        <p:txBody>
          <a:bodyPr>
            <a:noAutofit/>
          </a:bodyPr>
          <a:lstStyle>
            <a:lvl1pPr marL="156629" indent="-156629">
              <a:buClr>
                <a:schemeClr val="bg1"/>
              </a:buClr>
              <a:buFont typeface="Wingdings" panose="05000000000000000000" pitchFamily="2" charset="2"/>
              <a:buChar char="§"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48163">
              <a:buClr>
                <a:schemeClr val="bg1"/>
              </a:buClr>
              <a:buFont typeface="Courier New" panose="02070309020205020404" pitchFamily="49" charset="0"/>
              <a:buChar char="o"/>
              <a:defRPr sz="1333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Picture 3">
            <a:extLst>
              <a:ext uri="{FF2B5EF4-FFF2-40B4-BE49-F238E27FC236}">
                <a16:creationId xmlns:a16="http://schemas.microsoft.com/office/drawing/2014/main" id="{A351FD4D-8E7A-4EB5-B689-26D5EE8CBDA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auto">
          <a:xfrm>
            <a:off x="6394841" y="2098683"/>
            <a:ext cx="2249713" cy="2220471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Picture 3 Citation">
            <a:extLst>
              <a:ext uri="{FF2B5EF4-FFF2-40B4-BE49-F238E27FC236}">
                <a16:creationId xmlns:a16="http://schemas.microsoft.com/office/drawing/2014/main" id="{D6D743B7-EFB0-47FD-A3B0-8348B7AE46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68499" y="4324689"/>
            <a:ext cx="1902395" cy="26674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22" name="Bullet 3">
            <a:extLst>
              <a:ext uri="{FF2B5EF4-FFF2-40B4-BE49-F238E27FC236}">
                <a16:creationId xmlns:a16="http://schemas.microsoft.com/office/drawing/2014/main" id="{7E7E2D7E-6AA9-45C1-862B-20DD141626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9950" y="4798290"/>
            <a:ext cx="2244603" cy="1523999"/>
          </a:xfrm>
          <a:prstGeom prst="rect">
            <a:avLst/>
          </a:prstGeom>
        </p:spPr>
        <p:txBody>
          <a:bodyPr>
            <a:noAutofit/>
          </a:bodyPr>
          <a:lstStyle>
            <a:lvl1pPr marL="156629" indent="-156629">
              <a:buClr>
                <a:schemeClr val="bg1"/>
              </a:buClr>
              <a:buFont typeface="Wingdings" panose="05000000000000000000" pitchFamily="2" charset="2"/>
              <a:buChar char="§"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chemeClr val="bg1"/>
              </a:buClr>
              <a:buFont typeface="Courier New" panose="02070309020205020404" pitchFamily="49" charset="0"/>
              <a:buChar char="o"/>
              <a:defRPr sz="1333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Picture 4">
            <a:extLst>
              <a:ext uri="{FF2B5EF4-FFF2-40B4-BE49-F238E27FC236}">
                <a16:creationId xmlns:a16="http://schemas.microsoft.com/office/drawing/2014/main" id="{D8648803-C884-4BE6-8CD5-BC3B1F2680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auto">
          <a:xfrm>
            <a:off x="9244337" y="2079057"/>
            <a:ext cx="2249713" cy="2220471"/>
          </a:xfrm>
          <a:prstGeom prst="ellipse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Picture 4 Citation">
            <a:extLst>
              <a:ext uri="{FF2B5EF4-FFF2-40B4-BE49-F238E27FC236}">
                <a16:creationId xmlns:a16="http://schemas.microsoft.com/office/drawing/2014/main" id="{CCE9FB30-9A0B-481A-8316-DA7750A5B6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17995" y="4306649"/>
            <a:ext cx="1902395" cy="26674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/>
              <a:t>(Author, Year)</a:t>
            </a:r>
          </a:p>
        </p:txBody>
      </p:sp>
      <p:sp>
        <p:nvSpPr>
          <p:cNvPr id="23" name="Bullet 4">
            <a:extLst>
              <a:ext uri="{FF2B5EF4-FFF2-40B4-BE49-F238E27FC236}">
                <a16:creationId xmlns:a16="http://schemas.microsoft.com/office/drawing/2014/main" id="{D7971259-2CFF-43DE-B8EF-1B4A73DC88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46891" y="4778662"/>
            <a:ext cx="2244603" cy="1523999"/>
          </a:xfrm>
          <a:prstGeom prst="rect">
            <a:avLst/>
          </a:prstGeom>
        </p:spPr>
        <p:txBody>
          <a:bodyPr>
            <a:noAutofit/>
          </a:bodyPr>
          <a:lstStyle>
            <a:lvl1pPr marL="156629" indent="-156629">
              <a:buClr>
                <a:schemeClr val="bg1"/>
              </a:buClr>
              <a:buFont typeface="Wingdings" panose="05000000000000000000" pitchFamily="2" charset="2"/>
              <a:buChar char="§"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chemeClr val="bg1"/>
              </a:buClr>
              <a:buFont typeface="Courier New" panose="02070309020205020404" pitchFamily="49" charset="0"/>
              <a:buChar char="o"/>
              <a:defRPr sz="1333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D7320757-0FB4-4CE4-B232-73364EDF6C68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bg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5421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Callout">
    <p:bg>
      <p:bgPr>
        <a:solidFill>
          <a:srgbClr val="69A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D48CE8C-C275-46E6-9D6E-D300E5B92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26045" y="2133600"/>
            <a:ext cx="2590800" cy="2590800"/>
          </a:xfrm>
          <a:prstGeom prst="ellipse">
            <a:avLst/>
          </a:prstGeom>
          <a:solidFill>
            <a:srgbClr val="092C74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24"/>
            <a:endParaRPr lang="uk-UA" sz="1867">
              <a:solidFill>
                <a:srgbClr val="0A091B"/>
              </a:solidFill>
              <a:latin typeface="Roboto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0A1A377-F0DC-451D-AD18-E54E930A61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8515" y="2366818"/>
            <a:ext cx="6883885" cy="21243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133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subtitle styles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DD38D696-ECB8-473D-97C3-2C4977B479B9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rgbClr val="092C74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rgbClr val="092C7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43711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Blue Call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D48CE8C-C275-46E6-9D6E-D300E5B92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26045" y="2133600"/>
            <a:ext cx="2590800" cy="2590800"/>
          </a:xfrm>
          <a:prstGeom prst="ellipse">
            <a:avLst/>
          </a:prstGeom>
          <a:solidFill>
            <a:srgbClr val="092C74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67" b="0" i="0" u="none" strike="noStrike" kern="120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22E3D-8576-D248-8FD1-C324D7DFE63C}"/>
              </a:ext>
            </a:extLst>
          </p:cNvPr>
          <p:cNvSpPr/>
          <p:nvPr userDrawn="1"/>
        </p:nvSpPr>
        <p:spPr>
          <a:xfrm>
            <a:off x="4456387" y="2133600"/>
            <a:ext cx="7735613" cy="2590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028B7-D1DD-4A43-98BB-B15FB8015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516" y="2428684"/>
            <a:ext cx="7297291" cy="200063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2133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DD38D696-ECB8-473D-97C3-2C4977B479B9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043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20A1A377-F0DC-451D-AD18-E54E930A61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8800" y="2746248"/>
            <a:ext cx="8534400" cy="1365504"/>
          </a:xfrm>
          <a:prstGeom prst="rect">
            <a:avLst/>
          </a:pr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400800"/>
                      <a:gd name="connsiteY0" fmla="*/ 0 h 1024128"/>
                      <a:gd name="connsiteX1" fmla="*/ 448056 w 6400800"/>
                      <a:gd name="connsiteY1" fmla="*/ 0 h 1024128"/>
                      <a:gd name="connsiteX2" fmla="*/ 1216152 w 6400800"/>
                      <a:gd name="connsiteY2" fmla="*/ 0 h 1024128"/>
                      <a:gd name="connsiteX3" fmla="*/ 1920240 w 6400800"/>
                      <a:gd name="connsiteY3" fmla="*/ 0 h 1024128"/>
                      <a:gd name="connsiteX4" fmla="*/ 2368296 w 6400800"/>
                      <a:gd name="connsiteY4" fmla="*/ 0 h 1024128"/>
                      <a:gd name="connsiteX5" fmla="*/ 2944368 w 6400800"/>
                      <a:gd name="connsiteY5" fmla="*/ 0 h 1024128"/>
                      <a:gd name="connsiteX6" fmla="*/ 3712464 w 6400800"/>
                      <a:gd name="connsiteY6" fmla="*/ 0 h 1024128"/>
                      <a:gd name="connsiteX7" fmla="*/ 4352544 w 6400800"/>
                      <a:gd name="connsiteY7" fmla="*/ 0 h 1024128"/>
                      <a:gd name="connsiteX8" fmla="*/ 5056632 w 6400800"/>
                      <a:gd name="connsiteY8" fmla="*/ 0 h 1024128"/>
                      <a:gd name="connsiteX9" fmla="*/ 5632704 w 6400800"/>
                      <a:gd name="connsiteY9" fmla="*/ 0 h 1024128"/>
                      <a:gd name="connsiteX10" fmla="*/ 6400800 w 6400800"/>
                      <a:gd name="connsiteY10" fmla="*/ 0 h 1024128"/>
                      <a:gd name="connsiteX11" fmla="*/ 6400800 w 6400800"/>
                      <a:gd name="connsiteY11" fmla="*/ 532547 h 1024128"/>
                      <a:gd name="connsiteX12" fmla="*/ 6400800 w 6400800"/>
                      <a:gd name="connsiteY12" fmla="*/ 1024128 h 1024128"/>
                      <a:gd name="connsiteX13" fmla="*/ 5952744 w 6400800"/>
                      <a:gd name="connsiteY13" fmla="*/ 1024128 h 1024128"/>
                      <a:gd name="connsiteX14" fmla="*/ 5504688 w 6400800"/>
                      <a:gd name="connsiteY14" fmla="*/ 1024128 h 1024128"/>
                      <a:gd name="connsiteX15" fmla="*/ 4800600 w 6400800"/>
                      <a:gd name="connsiteY15" fmla="*/ 1024128 h 1024128"/>
                      <a:gd name="connsiteX16" fmla="*/ 4352544 w 6400800"/>
                      <a:gd name="connsiteY16" fmla="*/ 1024128 h 1024128"/>
                      <a:gd name="connsiteX17" fmla="*/ 3712464 w 6400800"/>
                      <a:gd name="connsiteY17" fmla="*/ 1024128 h 1024128"/>
                      <a:gd name="connsiteX18" fmla="*/ 3200400 w 6400800"/>
                      <a:gd name="connsiteY18" fmla="*/ 1024128 h 1024128"/>
                      <a:gd name="connsiteX19" fmla="*/ 2560320 w 6400800"/>
                      <a:gd name="connsiteY19" fmla="*/ 1024128 h 1024128"/>
                      <a:gd name="connsiteX20" fmla="*/ 1920240 w 6400800"/>
                      <a:gd name="connsiteY20" fmla="*/ 1024128 h 1024128"/>
                      <a:gd name="connsiteX21" fmla="*/ 1280160 w 6400800"/>
                      <a:gd name="connsiteY21" fmla="*/ 1024128 h 1024128"/>
                      <a:gd name="connsiteX22" fmla="*/ 640080 w 6400800"/>
                      <a:gd name="connsiteY22" fmla="*/ 1024128 h 1024128"/>
                      <a:gd name="connsiteX23" fmla="*/ 0 w 6400800"/>
                      <a:gd name="connsiteY23" fmla="*/ 1024128 h 1024128"/>
                      <a:gd name="connsiteX24" fmla="*/ 0 w 6400800"/>
                      <a:gd name="connsiteY24" fmla="*/ 501823 h 1024128"/>
                      <a:gd name="connsiteX25" fmla="*/ 0 w 6400800"/>
                      <a:gd name="connsiteY25" fmla="*/ 0 h 10241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6400800" h="1024128" fill="none" extrusionOk="0">
                        <a:moveTo>
                          <a:pt x="0" y="0"/>
                        </a:moveTo>
                        <a:cubicBezTo>
                          <a:pt x="114003" y="2240"/>
                          <a:pt x="334853" y="8483"/>
                          <a:pt x="448056" y="0"/>
                        </a:cubicBezTo>
                        <a:cubicBezTo>
                          <a:pt x="561259" y="-8483"/>
                          <a:pt x="898673" y="32867"/>
                          <a:pt x="1216152" y="0"/>
                        </a:cubicBezTo>
                        <a:cubicBezTo>
                          <a:pt x="1533631" y="-32867"/>
                          <a:pt x="1777884" y="21873"/>
                          <a:pt x="1920240" y="0"/>
                        </a:cubicBezTo>
                        <a:cubicBezTo>
                          <a:pt x="2062596" y="-21873"/>
                          <a:pt x="2221069" y="21062"/>
                          <a:pt x="2368296" y="0"/>
                        </a:cubicBezTo>
                        <a:cubicBezTo>
                          <a:pt x="2515523" y="-21062"/>
                          <a:pt x="2687131" y="-25525"/>
                          <a:pt x="2944368" y="0"/>
                        </a:cubicBezTo>
                        <a:cubicBezTo>
                          <a:pt x="3201605" y="25525"/>
                          <a:pt x="3525093" y="-23965"/>
                          <a:pt x="3712464" y="0"/>
                        </a:cubicBezTo>
                        <a:cubicBezTo>
                          <a:pt x="3899835" y="23965"/>
                          <a:pt x="4160557" y="-24896"/>
                          <a:pt x="4352544" y="0"/>
                        </a:cubicBezTo>
                        <a:cubicBezTo>
                          <a:pt x="4544531" y="24896"/>
                          <a:pt x="4867664" y="-32301"/>
                          <a:pt x="5056632" y="0"/>
                        </a:cubicBezTo>
                        <a:cubicBezTo>
                          <a:pt x="5245600" y="32301"/>
                          <a:pt x="5477915" y="3001"/>
                          <a:pt x="5632704" y="0"/>
                        </a:cubicBezTo>
                        <a:cubicBezTo>
                          <a:pt x="5787493" y="-3001"/>
                          <a:pt x="6237857" y="22197"/>
                          <a:pt x="6400800" y="0"/>
                        </a:cubicBezTo>
                        <a:cubicBezTo>
                          <a:pt x="6396578" y="133146"/>
                          <a:pt x="6403251" y="296148"/>
                          <a:pt x="6400800" y="532547"/>
                        </a:cubicBezTo>
                        <a:cubicBezTo>
                          <a:pt x="6398349" y="768946"/>
                          <a:pt x="6381196" y="898683"/>
                          <a:pt x="6400800" y="1024128"/>
                        </a:cubicBezTo>
                        <a:cubicBezTo>
                          <a:pt x="6268239" y="1024008"/>
                          <a:pt x="6143268" y="1010020"/>
                          <a:pt x="5952744" y="1024128"/>
                        </a:cubicBezTo>
                        <a:cubicBezTo>
                          <a:pt x="5762220" y="1038236"/>
                          <a:pt x="5643066" y="1008549"/>
                          <a:pt x="5504688" y="1024128"/>
                        </a:cubicBezTo>
                        <a:cubicBezTo>
                          <a:pt x="5366310" y="1039707"/>
                          <a:pt x="5106931" y="1022226"/>
                          <a:pt x="4800600" y="1024128"/>
                        </a:cubicBezTo>
                        <a:cubicBezTo>
                          <a:pt x="4494269" y="1026030"/>
                          <a:pt x="4548652" y="1032944"/>
                          <a:pt x="4352544" y="1024128"/>
                        </a:cubicBezTo>
                        <a:cubicBezTo>
                          <a:pt x="4156436" y="1015312"/>
                          <a:pt x="3931114" y="1004365"/>
                          <a:pt x="3712464" y="1024128"/>
                        </a:cubicBezTo>
                        <a:cubicBezTo>
                          <a:pt x="3493814" y="1043891"/>
                          <a:pt x="3437052" y="1026545"/>
                          <a:pt x="3200400" y="1024128"/>
                        </a:cubicBezTo>
                        <a:cubicBezTo>
                          <a:pt x="2963748" y="1021711"/>
                          <a:pt x="2864624" y="1004544"/>
                          <a:pt x="2560320" y="1024128"/>
                        </a:cubicBezTo>
                        <a:cubicBezTo>
                          <a:pt x="2256016" y="1043712"/>
                          <a:pt x="2229375" y="1000575"/>
                          <a:pt x="1920240" y="1024128"/>
                        </a:cubicBezTo>
                        <a:cubicBezTo>
                          <a:pt x="1611105" y="1047681"/>
                          <a:pt x="1448612" y="1019113"/>
                          <a:pt x="1280160" y="1024128"/>
                        </a:cubicBezTo>
                        <a:cubicBezTo>
                          <a:pt x="1111708" y="1029143"/>
                          <a:pt x="922508" y="1019914"/>
                          <a:pt x="640080" y="1024128"/>
                        </a:cubicBezTo>
                        <a:cubicBezTo>
                          <a:pt x="357652" y="1028342"/>
                          <a:pt x="253574" y="1044160"/>
                          <a:pt x="0" y="1024128"/>
                        </a:cubicBezTo>
                        <a:cubicBezTo>
                          <a:pt x="-2269" y="848950"/>
                          <a:pt x="14764" y="685118"/>
                          <a:pt x="0" y="501823"/>
                        </a:cubicBezTo>
                        <a:cubicBezTo>
                          <a:pt x="-14764" y="318529"/>
                          <a:pt x="23002" y="223198"/>
                          <a:pt x="0" y="0"/>
                        </a:cubicBezTo>
                        <a:close/>
                      </a:path>
                      <a:path w="6400800" h="1024128" stroke="0" extrusionOk="0">
                        <a:moveTo>
                          <a:pt x="0" y="0"/>
                        </a:moveTo>
                        <a:cubicBezTo>
                          <a:pt x="257510" y="5952"/>
                          <a:pt x="323222" y="-23013"/>
                          <a:pt x="576072" y="0"/>
                        </a:cubicBezTo>
                        <a:cubicBezTo>
                          <a:pt x="828922" y="23013"/>
                          <a:pt x="906989" y="-3764"/>
                          <a:pt x="1024128" y="0"/>
                        </a:cubicBezTo>
                        <a:cubicBezTo>
                          <a:pt x="1141267" y="3764"/>
                          <a:pt x="1608844" y="14506"/>
                          <a:pt x="1792224" y="0"/>
                        </a:cubicBezTo>
                        <a:cubicBezTo>
                          <a:pt x="1975604" y="-14506"/>
                          <a:pt x="2125923" y="3677"/>
                          <a:pt x="2368296" y="0"/>
                        </a:cubicBezTo>
                        <a:cubicBezTo>
                          <a:pt x="2610669" y="-3677"/>
                          <a:pt x="2825109" y="26561"/>
                          <a:pt x="2944368" y="0"/>
                        </a:cubicBezTo>
                        <a:cubicBezTo>
                          <a:pt x="3063627" y="-26561"/>
                          <a:pt x="3353138" y="-4308"/>
                          <a:pt x="3712464" y="0"/>
                        </a:cubicBezTo>
                        <a:cubicBezTo>
                          <a:pt x="4071790" y="4308"/>
                          <a:pt x="4009888" y="23758"/>
                          <a:pt x="4224528" y="0"/>
                        </a:cubicBezTo>
                        <a:cubicBezTo>
                          <a:pt x="4439168" y="-23758"/>
                          <a:pt x="4697605" y="-12830"/>
                          <a:pt x="4992624" y="0"/>
                        </a:cubicBezTo>
                        <a:cubicBezTo>
                          <a:pt x="5287643" y="12830"/>
                          <a:pt x="5398489" y="34515"/>
                          <a:pt x="5760720" y="0"/>
                        </a:cubicBezTo>
                        <a:cubicBezTo>
                          <a:pt x="6122951" y="-34515"/>
                          <a:pt x="6246735" y="28921"/>
                          <a:pt x="6400800" y="0"/>
                        </a:cubicBezTo>
                        <a:cubicBezTo>
                          <a:pt x="6379169" y="250330"/>
                          <a:pt x="6388764" y="374694"/>
                          <a:pt x="6400800" y="532547"/>
                        </a:cubicBezTo>
                        <a:cubicBezTo>
                          <a:pt x="6412836" y="690400"/>
                          <a:pt x="6398280" y="916356"/>
                          <a:pt x="6400800" y="1024128"/>
                        </a:cubicBezTo>
                        <a:cubicBezTo>
                          <a:pt x="6284915" y="1021275"/>
                          <a:pt x="6077492" y="1042253"/>
                          <a:pt x="5952744" y="1024128"/>
                        </a:cubicBezTo>
                        <a:cubicBezTo>
                          <a:pt x="5827996" y="1006003"/>
                          <a:pt x="5563410" y="1037273"/>
                          <a:pt x="5184648" y="1024128"/>
                        </a:cubicBezTo>
                        <a:cubicBezTo>
                          <a:pt x="4805886" y="1010983"/>
                          <a:pt x="4901458" y="1045731"/>
                          <a:pt x="4672584" y="1024128"/>
                        </a:cubicBezTo>
                        <a:cubicBezTo>
                          <a:pt x="4443710" y="1002525"/>
                          <a:pt x="4282734" y="1016145"/>
                          <a:pt x="4032504" y="1024128"/>
                        </a:cubicBezTo>
                        <a:cubicBezTo>
                          <a:pt x="3782274" y="1032111"/>
                          <a:pt x="3608184" y="1005870"/>
                          <a:pt x="3264408" y="1024128"/>
                        </a:cubicBezTo>
                        <a:cubicBezTo>
                          <a:pt x="2920632" y="1042386"/>
                          <a:pt x="2836861" y="997002"/>
                          <a:pt x="2624328" y="1024128"/>
                        </a:cubicBezTo>
                        <a:cubicBezTo>
                          <a:pt x="2411795" y="1051254"/>
                          <a:pt x="2380197" y="1041522"/>
                          <a:pt x="2176272" y="1024128"/>
                        </a:cubicBezTo>
                        <a:cubicBezTo>
                          <a:pt x="1972347" y="1006734"/>
                          <a:pt x="1811281" y="1033774"/>
                          <a:pt x="1664208" y="1024128"/>
                        </a:cubicBezTo>
                        <a:cubicBezTo>
                          <a:pt x="1517135" y="1014482"/>
                          <a:pt x="1095838" y="1045874"/>
                          <a:pt x="896112" y="1024128"/>
                        </a:cubicBezTo>
                        <a:cubicBezTo>
                          <a:pt x="696386" y="1002382"/>
                          <a:pt x="368294" y="1032078"/>
                          <a:pt x="0" y="1024128"/>
                        </a:cubicBezTo>
                        <a:cubicBezTo>
                          <a:pt x="11432" y="882552"/>
                          <a:pt x="17460" y="773110"/>
                          <a:pt x="0" y="532547"/>
                        </a:cubicBezTo>
                        <a:cubicBezTo>
                          <a:pt x="-17460" y="291984"/>
                          <a:pt x="-24626" y="19526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>
            <a:normAutofit/>
          </a:bodyPr>
          <a:lstStyle>
            <a:lvl1pPr marL="0" indent="0" algn="ctr">
              <a:buNone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C484E3-124A-47D6-8B12-3738DF80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86337" y="2429726"/>
            <a:ext cx="633045" cy="633045"/>
            <a:chOff x="1503190" y="2206870"/>
            <a:chExt cx="633045" cy="63304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7047BEA-0185-4428-83CD-C2CCF102C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3419" y="2206870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B4A0406-8E88-4181-A084-F1E09631C2E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819713" y="1899583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A41340-23BB-4726-9CB7-A4F56882D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10063971" y="3795229"/>
            <a:ext cx="633045" cy="633045"/>
            <a:chOff x="1511836" y="2206870"/>
            <a:chExt cx="633045" cy="63304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A46C6C1-5E6D-4844-89AC-AE75A1281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1884" y="2206870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3B8023-386E-4231-9B54-4F983B4E81D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828359" y="1899583"/>
              <a:ext cx="0" cy="633045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Page Number">
            <a:extLst>
              <a:ext uri="{FF2B5EF4-FFF2-40B4-BE49-F238E27FC236}">
                <a16:creationId xmlns:a16="http://schemas.microsoft.com/office/drawing/2014/main" id="{EE4A65FC-086F-464B-8207-2570400E7A4A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0B81A465-587E-44B8-B00B-02F8C2007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505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A9969320-F42D-4BA1-8841-D6ABE618C3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29B067-FC08-4D13-A58F-B927560B5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Item 1 Title">
            <a:extLst>
              <a:ext uri="{FF2B5EF4-FFF2-40B4-BE49-F238E27FC236}">
                <a16:creationId xmlns:a16="http://schemas.microsoft.com/office/drawing/2014/main" id="{9034A217-D3D6-4202-8E9F-F36C90A940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235863" y="1888483"/>
            <a:ext cx="9256584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Item 1 Text">
            <a:extLst>
              <a:ext uri="{FF2B5EF4-FFF2-40B4-BE49-F238E27FC236}">
                <a16:creationId xmlns:a16="http://schemas.microsoft.com/office/drawing/2014/main" id="{33BAD677-83D8-40A2-BACC-37416269DE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235863" y="2323780"/>
            <a:ext cx="9256584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Item 2 Text">
            <a:extLst>
              <a:ext uri="{FF2B5EF4-FFF2-40B4-BE49-F238E27FC236}">
                <a16:creationId xmlns:a16="http://schemas.microsoft.com/office/drawing/2014/main" id="{D1C23B3C-B769-45CD-A360-A8F635A425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235863" y="3717385"/>
            <a:ext cx="9256584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Item 2 Title">
            <a:extLst>
              <a:ext uri="{FF2B5EF4-FFF2-40B4-BE49-F238E27FC236}">
                <a16:creationId xmlns:a16="http://schemas.microsoft.com/office/drawing/2014/main" id="{0ADB9006-E953-4BF3-8775-AC491016CA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35863" y="3286683"/>
            <a:ext cx="9256584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9F90BECE-4540-471E-8091-719EC4FA05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35863" y="4684884"/>
            <a:ext cx="9256584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ED72E041-964B-4181-B257-1EE6C8213A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35863" y="5115588"/>
            <a:ext cx="9256584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FDDCEC8F-2C58-466A-B78D-B21B7AC0B1B6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53D41192-9C77-467F-9EF0-3D499A093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1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tem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FD5D22EA-DA0F-4003-95BD-68EF68F10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29B067-FC08-4D13-A58F-B927560B5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Item 1 Title">
            <a:extLst>
              <a:ext uri="{FF2B5EF4-FFF2-40B4-BE49-F238E27FC236}">
                <a16:creationId xmlns:a16="http://schemas.microsoft.com/office/drawing/2014/main" id="{9034A217-D3D6-4202-8E9F-F36C90A940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235864" y="1888483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Item 1 Text">
            <a:extLst>
              <a:ext uri="{FF2B5EF4-FFF2-40B4-BE49-F238E27FC236}">
                <a16:creationId xmlns:a16="http://schemas.microsoft.com/office/drawing/2014/main" id="{33BAD677-83D8-40A2-BACC-37416269DE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235864" y="2323780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Item 2 Title">
            <a:extLst>
              <a:ext uri="{FF2B5EF4-FFF2-40B4-BE49-F238E27FC236}">
                <a16:creationId xmlns:a16="http://schemas.microsoft.com/office/drawing/2014/main" id="{0ADB9006-E953-4BF3-8775-AC491016CA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35864" y="3286683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Item 2 Text">
            <a:extLst>
              <a:ext uri="{FF2B5EF4-FFF2-40B4-BE49-F238E27FC236}">
                <a16:creationId xmlns:a16="http://schemas.microsoft.com/office/drawing/2014/main" id="{D1C23B3C-B769-45CD-A360-A8F635A425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235864" y="3734679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9F90BECE-4540-471E-8091-719EC4FA05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35864" y="4684884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ED72E041-964B-4181-B257-1EE6C8213A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35864" y="5132881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0" name="Item 4 Title">
            <a:extLst>
              <a:ext uri="{FF2B5EF4-FFF2-40B4-BE49-F238E27FC236}">
                <a16:creationId xmlns:a16="http://schemas.microsoft.com/office/drawing/2014/main" id="{6C648141-3B1A-4A5B-A08A-B937DA82B3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632310" y="1888482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" name="Item 4 Text">
            <a:extLst>
              <a:ext uri="{FF2B5EF4-FFF2-40B4-BE49-F238E27FC236}">
                <a16:creationId xmlns:a16="http://schemas.microsoft.com/office/drawing/2014/main" id="{A46F24BA-C9D1-4501-95F5-C0354BAA510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32310" y="2323779"/>
            <a:ext cx="3860137" cy="731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2" name="Item 5 Title">
            <a:extLst>
              <a:ext uri="{FF2B5EF4-FFF2-40B4-BE49-F238E27FC236}">
                <a16:creationId xmlns:a16="http://schemas.microsoft.com/office/drawing/2014/main" id="{199E24F4-ADFC-407D-A87C-57876863862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32310" y="3286682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3" name="Item 5 Text">
            <a:extLst>
              <a:ext uri="{FF2B5EF4-FFF2-40B4-BE49-F238E27FC236}">
                <a16:creationId xmlns:a16="http://schemas.microsoft.com/office/drawing/2014/main" id="{06BC9547-5CA5-4871-A52E-478C55785DA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32310" y="3734679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4" name="Item 6 Title">
            <a:extLst>
              <a:ext uri="{FF2B5EF4-FFF2-40B4-BE49-F238E27FC236}">
                <a16:creationId xmlns:a16="http://schemas.microsoft.com/office/drawing/2014/main" id="{64F76CE0-35A5-4304-920D-2B9471C0FBD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32310" y="4690686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5" name="Item 6 Text">
            <a:extLst>
              <a:ext uri="{FF2B5EF4-FFF2-40B4-BE49-F238E27FC236}">
                <a16:creationId xmlns:a16="http://schemas.microsoft.com/office/drawing/2014/main" id="{DD69F438-DA31-4E08-BF66-576904C065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32310" y="5125980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9F557C48-BE62-4248-9796-19772B87DE87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6CB826C5-83CA-46C3-BD25-55E75A1EF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7AA35A02-5774-42F0-A1FA-B29AFC5020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3"/>
            <a:ext cx="10780553" cy="1143391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108" y="1881699"/>
            <a:ext cx="1037573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3" name="Item 1 Title">
            <a:extLst>
              <a:ext uri="{FF2B5EF4-FFF2-40B4-BE49-F238E27FC236}">
                <a16:creationId xmlns:a16="http://schemas.microsoft.com/office/drawing/2014/main" id="{564750F6-2603-4368-BB0A-EA5F9650E2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38712" y="1881699"/>
            <a:ext cx="3560389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5109" y="2992805"/>
            <a:ext cx="4783993" cy="3090496"/>
          </a:xfrm>
          <a:prstGeom prst="rect">
            <a:avLst/>
          </a:prstGeom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92900" y="1876805"/>
            <a:ext cx="1037573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775C0911-DC78-438D-982E-EE27D2BE82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24801" y="1881699"/>
            <a:ext cx="3552091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2901" y="2992805"/>
            <a:ext cx="4783993" cy="3090496"/>
          </a:xfrm>
          <a:prstGeom prst="rect">
            <a:avLst/>
          </a:prstGeom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5C874A4D-437B-47FA-9801-0B5730C4AFA2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20DC7941-9718-4A82-83B9-1DDFA28D5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25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295453A6-EC5B-4B81-81A5-76D3459C4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108" y="1881699"/>
            <a:ext cx="1037573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3" name="Item 1 Title">
            <a:extLst>
              <a:ext uri="{FF2B5EF4-FFF2-40B4-BE49-F238E27FC236}">
                <a16:creationId xmlns:a16="http://schemas.microsoft.com/office/drawing/2014/main" id="{564750F6-2603-4368-BB0A-EA5F9650E2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38713" y="1881699"/>
            <a:ext cx="2107201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5109" y="2992805"/>
            <a:ext cx="3330804" cy="3090496"/>
          </a:xfrm>
          <a:prstGeom prst="rect">
            <a:avLst/>
          </a:prstGeom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30598" y="1881699"/>
            <a:ext cx="1037573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775C0911-DC78-438D-982E-EE27D2BE82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54201" y="1881699"/>
            <a:ext cx="2107201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30598" y="2992805"/>
            <a:ext cx="3330804" cy="3090496"/>
          </a:xfrm>
          <a:prstGeom prst="rect">
            <a:avLst/>
          </a:prstGeom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8" name="Item 3">
            <a:extLst>
              <a:ext uri="{FF2B5EF4-FFF2-40B4-BE49-F238E27FC236}">
                <a16:creationId xmlns:a16="http://schemas.microsoft.com/office/drawing/2014/main" id="{D26DFFB9-1EEE-4955-8A60-F1A0795C39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6088" y="1881699"/>
            <a:ext cx="1037573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9" name="Item 3 Title">
            <a:extLst>
              <a:ext uri="{FF2B5EF4-FFF2-40B4-BE49-F238E27FC236}">
                <a16:creationId xmlns:a16="http://schemas.microsoft.com/office/drawing/2014/main" id="{6B8167EF-94E2-4549-81E1-E9702B15C16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69693" y="1881699"/>
            <a:ext cx="2107201" cy="6788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1" name="Item 3 Text">
            <a:extLst>
              <a:ext uri="{FF2B5EF4-FFF2-40B4-BE49-F238E27FC236}">
                <a16:creationId xmlns:a16="http://schemas.microsoft.com/office/drawing/2014/main" id="{475581DD-A85C-4AC1-BF7D-FCB7CF0836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6089" y="2992805"/>
            <a:ext cx="3330804" cy="3090496"/>
          </a:xfrm>
          <a:prstGeom prst="rect">
            <a:avLst/>
          </a:prstGeom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23960BB-6DCC-47C0-8EE1-1415CC30BBA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8" name="WSE logo">
            <a:extLst>
              <a:ext uri="{FF2B5EF4-FFF2-40B4-BE49-F238E27FC236}">
                <a16:creationId xmlns:a16="http://schemas.microsoft.com/office/drawing/2014/main" id="{80F1C36A-58C0-4A77-B709-5E152A98E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161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562DE9AC-3143-4C46-8BEE-302ABA5A6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Item 1 Title">
            <a:extLst>
              <a:ext uri="{FF2B5EF4-FFF2-40B4-BE49-F238E27FC236}">
                <a16:creationId xmlns:a16="http://schemas.microsoft.com/office/drawing/2014/main" id="{828417AB-2C14-404F-8453-77B0EEB01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5107" y="1950728"/>
            <a:ext cx="2423799" cy="359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5107" y="2597015"/>
            <a:ext cx="2423799" cy="3442855"/>
          </a:xfrm>
          <a:prstGeom prst="rect">
            <a:avLst/>
          </a:prstGeom>
        </p:spPr>
        <p:txBody>
          <a:bodyPr>
            <a:noAutofit/>
          </a:bodyPr>
          <a:lstStyle>
            <a:lvl1pPr marL="156629" indent="-156629" algn="l">
              <a:buClr>
                <a:srgbClr val="092C74"/>
              </a:buClr>
              <a:buFont typeface="Wingdings" panose="05000000000000000000" pitchFamily="2" charset="2"/>
              <a:buChar char="§"/>
              <a:defRPr sz="18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rgbClr val="092C74"/>
              </a:buClr>
              <a:buFont typeface="Courier New" panose="02070309020205020404" pitchFamily="49" charset="0"/>
              <a:buChar char="o"/>
              <a:defRPr sz="1867"/>
            </a:lvl2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1DDA60E4-281E-47DA-825D-C391409189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86625" y="1930659"/>
            <a:ext cx="2423799" cy="359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86625" y="2576946"/>
            <a:ext cx="2423799" cy="3442855"/>
          </a:xfrm>
          <a:prstGeom prst="rect">
            <a:avLst/>
          </a:prstGeom>
        </p:spPr>
        <p:txBody>
          <a:bodyPr>
            <a:noAutofit/>
          </a:bodyPr>
          <a:lstStyle>
            <a:lvl1pPr marL="156629" indent="-156629" algn="l">
              <a:buClr>
                <a:schemeClr val="tx2"/>
              </a:buClr>
              <a:buFont typeface="Wingdings" panose="05000000000000000000" pitchFamily="2" charset="2"/>
              <a:buChar char="§"/>
              <a:defRPr sz="18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chemeClr val="tx2"/>
              </a:buClr>
              <a:buFont typeface="Courier New" panose="02070309020205020404" pitchFamily="49" charset="0"/>
              <a:buChar char="o"/>
              <a:defRPr sz="1867"/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010623E4-A6FF-4A18-B236-B835BC6017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8142" y="1930659"/>
            <a:ext cx="2423799" cy="359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7" name="Item 3 Text">
            <a:extLst>
              <a:ext uri="{FF2B5EF4-FFF2-40B4-BE49-F238E27FC236}">
                <a16:creationId xmlns:a16="http://schemas.microsoft.com/office/drawing/2014/main" id="{EA73AD4B-8431-41F5-9F29-39748C4145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8142" y="2576946"/>
            <a:ext cx="2423799" cy="3442855"/>
          </a:xfrm>
          <a:prstGeom prst="rect">
            <a:avLst/>
          </a:prstGeom>
        </p:spPr>
        <p:txBody>
          <a:bodyPr>
            <a:noAutofit/>
          </a:bodyPr>
          <a:lstStyle>
            <a:lvl1pPr marL="156629" indent="-156629" algn="l">
              <a:buClr>
                <a:srgbClr val="092C74"/>
              </a:buClr>
              <a:buFont typeface="Wingdings" panose="05000000000000000000" pitchFamily="2" charset="2"/>
              <a:buChar char="§"/>
              <a:defRPr sz="18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rgbClr val="092C74"/>
              </a:buClr>
              <a:buFont typeface="Courier New" panose="02070309020205020404" pitchFamily="49" charset="0"/>
              <a:buChar char="o"/>
              <a:defRPr sz="1867"/>
            </a:lvl2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60" name="Item 4 Title">
            <a:extLst>
              <a:ext uri="{FF2B5EF4-FFF2-40B4-BE49-F238E27FC236}">
                <a16:creationId xmlns:a16="http://schemas.microsoft.com/office/drawing/2014/main" id="{F80C40EE-0FC7-4E50-BCBE-6462A3F6A9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53098" y="1930659"/>
            <a:ext cx="2423799" cy="359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59" name="Item 4 Text">
            <a:extLst>
              <a:ext uri="{FF2B5EF4-FFF2-40B4-BE49-F238E27FC236}">
                <a16:creationId xmlns:a16="http://schemas.microsoft.com/office/drawing/2014/main" id="{62E2E31C-DF1E-436B-AB25-5E4D63D11C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3098" y="2576946"/>
            <a:ext cx="2423799" cy="3442855"/>
          </a:xfrm>
          <a:prstGeom prst="rect">
            <a:avLst/>
          </a:prstGeom>
        </p:spPr>
        <p:txBody>
          <a:bodyPr>
            <a:noAutofit/>
          </a:bodyPr>
          <a:lstStyle>
            <a:lvl1pPr marL="156629" indent="-156629" algn="l">
              <a:buClr>
                <a:schemeClr val="tx2"/>
              </a:buClr>
              <a:buFont typeface="Wingdings" panose="05000000000000000000" pitchFamily="2" charset="2"/>
              <a:buChar char="§"/>
              <a:defRPr sz="18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chemeClr val="tx2"/>
              </a:buClr>
              <a:buFont typeface="Courier New" panose="02070309020205020404" pitchFamily="49" charset="0"/>
              <a:buChar char="o"/>
              <a:defRPr sz="1867"/>
            </a:lvl2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126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and Text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D8B841-262A-4B03-B51F-86A89C000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63039"/>
            <a:ext cx="12192000" cy="3657600"/>
          </a:xfrm>
          <a:prstGeom prst="rect">
            <a:avLst/>
          </a:prstGeom>
          <a:solidFill>
            <a:schemeClr val="tx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24"/>
            <a:endParaRPr lang="uk-UA" sz="1867">
              <a:solidFill>
                <a:srgbClr val="F2F2F5"/>
              </a:solidFill>
              <a:latin typeface="Robot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2B397-6BB2-4E5C-A669-F186A3D52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4AD5310A-E63C-46AA-841F-B738FFBFC0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Item 1 Title">
            <a:extLst>
              <a:ext uri="{FF2B5EF4-FFF2-40B4-BE49-F238E27FC236}">
                <a16:creationId xmlns:a16="http://schemas.microsoft.com/office/drawing/2014/main" id="{5CE35401-0622-4F68-B52B-0F9A26D1D1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651" y="2824332"/>
            <a:ext cx="280238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667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19" name="Item 1 Text">
            <a:extLst>
              <a:ext uri="{FF2B5EF4-FFF2-40B4-BE49-F238E27FC236}">
                <a16:creationId xmlns:a16="http://schemas.microsoft.com/office/drawing/2014/main" id="{719B202F-5339-48FA-88EA-2887B53BB1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651" y="3331917"/>
            <a:ext cx="2802388" cy="15321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0" name="Item 2 Title">
            <a:extLst>
              <a:ext uri="{FF2B5EF4-FFF2-40B4-BE49-F238E27FC236}">
                <a16:creationId xmlns:a16="http://schemas.microsoft.com/office/drawing/2014/main" id="{155CFADC-A293-4DC1-B7C0-7F7CAF86E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0973" y="2824332"/>
            <a:ext cx="280238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667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21" name="Item 2 Text">
            <a:extLst>
              <a:ext uri="{FF2B5EF4-FFF2-40B4-BE49-F238E27FC236}">
                <a16:creationId xmlns:a16="http://schemas.microsoft.com/office/drawing/2014/main" id="{9BA58F50-BBFB-4D8E-971B-70C7E6E2E1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0973" y="3331917"/>
            <a:ext cx="2802388" cy="15321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2" name="Item 3 Title">
            <a:extLst>
              <a:ext uri="{FF2B5EF4-FFF2-40B4-BE49-F238E27FC236}">
                <a16:creationId xmlns:a16="http://schemas.microsoft.com/office/drawing/2014/main" id="{C2583F76-A149-4B1E-B2E1-E81708D7BA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50685" y="2824332"/>
            <a:ext cx="280238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667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23" name="Item 3 Text">
            <a:extLst>
              <a:ext uri="{FF2B5EF4-FFF2-40B4-BE49-F238E27FC236}">
                <a16:creationId xmlns:a16="http://schemas.microsoft.com/office/drawing/2014/main" id="{183F46EB-750F-4011-9A50-C39EEC86CF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50686" y="3331917"/>
            <a:ext cx="2802388" cy="15321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97A8C763-37D1-4725-B3D2-FC0A67A964F5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7" name="WSE logo">
            <a:extLst>
              <a:ext uri="{FF2B5EF4-FFF2-40B4-BE49-F238E27FC236}">
                <a16:creationId xmlns:a16="http://schemas.microsoft.com/office/drawing/2014/main" id="{2EF39E04-01D7-4A82-82EA-2710EF2F1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7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tem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1314DC-C137-41F8-98CE-32A5569A3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24"/>
            <a:endParaRPr lang="uk-UA" sz="1867">
              <a:solidFill>
                <a:srgbClr val="0A091B"/>
              </a:solidFill>
              <a:latin typeface="Roboto"/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41763441-4DFB-415A-8FDD-F25000B42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583" y="283535"/>
            <a:ext cx="4942379" cy="115794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7E358B-7B56-4BC0-B6CA-543BB3564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1444436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Picture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uk-UA" dirty="0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90C07639-CECF-46C2-ADBD-7DAC7ABB98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93605" y="6543929"/>
            <a:ext cx="1902395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400">
                <a:solidFill>
                  <a:schemeClr val="bg1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36" name="Item 1 Title">
            <a:extLst>
              <a:ext uri="{FF2B5EF4-FFF2-40B4-BE49-F238E27FC236}">
                <a16:creationId xmlns:a16="http://schemas.microsoft.com/office/drawing/2014/main" id="{5A2FFEA5-78D4-4F42-8199-3E026DEC8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6208" y="1905102"/>
            <a:ext cx="3508752" cy="4267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133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1</a:t>
            </a:r>
          </a:p>
        </p:txBody>
      </p:sp>
      <p:sp>
        <p:nvSpPr>
          <p:cNvPr id="37" name="Item 1 Text">
            <a:extLst>
              <a:ext uri="{FF2B5EF4-FFF2-40B4-BE49-F238E27FC236}">
                <a16:creationId xmlns:a16="http://schemas.microsoft.com/office/drawing/2014/main" id="{227AE2F4-71EB-4595-8BFD-8A2BBCA8FB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86208" y="2349517"/>
            <a:ext cx="3508752" cy="4876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tem 2 Title">
            <a:extLst>
              <a:ext uri="{FF2B5EF4-FFF2-40B4-BE49-F238E27FC236}">
                <a16:creationId xmlns:a16="http://schemas.microsoft.com/office/drawing/2014/main" id="{345A8F90-2745-42D6-A5DD-A6FA8552EB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6208" y="3097159"/>
            <a:ext cx="3508752" cy="4267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2</a:t>
            </a:r>
          </a:p>
        </p:txBody>
      </p:sp>
      <p:sp>
        <p:nvSpPr>
          <p:cNvPr id="39" name="Item 2 Text">
            <a:extLst>
              <a:ext uri="{FF2B5EF4-FFF2-40B4-BE49-F238E27FC236}">
                <a16:creationId xmlns:a16="http://schemas.microsoft.com/office/drawing/2014/main" id="{1AD0D53E-20B9-43F3-ADFF-9C23B04A85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08" y="3544119"/>
            <a:ext cx="3508752" cy="4876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1" name="Item 3 Title">
            <a:extLst>
              <a:ext uri="{FF2B5EF4-FFF2-40B4-BE49-F238E27FC236}">
                <a16:creationId xmlns:a16="http://schemas.microsoft.com/office/drawing/2014/main" id="{0E415360-5B51-466C-A6F2-E55A2B6F08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86208" y="4318269"/>
            <a:ext cx="3508752" cy="4267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3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D3612866-9A4B-4847-A6D5-8268D9C4E0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6208" y="4772624"/>
            <a:ext cx="3508752" cy="4876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3" name="Item 4 Title">
            <a:extLst>
              <a:ext uri="{FF2B5EF4-FFF2-40B4-BE49-F238E27FC236}">
                <a16:creationId xmlns:a16="http://schemas.microsoft.com/office/drawing/2014/main" id="{3F85E08E-3D8F-4BCA-8B02-B5D69C061E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86208" y="5538525"/>
            <a:ext cx="3508752" cy="4267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4</a:t>
            </a:r>
          </a:p>
        </p:txBody>
      </p:sp>
      <p:sp>
        <p:nvSpPr>
          <p:cNvPr id="44" name="Item 4 Text">
            <a:extLst>
              <a:ext uri="{FF2B5EF4-FFF2-40B4-BE49-F238E27FC236}">
                <a16:creationId xmlns:a16="http://schemas.microsoft.com/office/drawing/2014/main" id="{C1F16FCB-5383-489D-9570-344080E60E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86208" y="5967729"/>
            <a:ext cx="3508752" cy="4876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AD80480C-BCE4-F8AE-1888-D35CDB29D6DE}"/>
              </a:ext>
            </a:extLst>
          </p:cNvPr>
          <p:cNvSpPr txBox="1"/>
          <p:nvPr userDrawn="1"/>
        </p:nvSpPr>
        <p:spPr>
          <a:xfrm>
            <a:off x="-533399" y="6527909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4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tems and Image - Light Blue">
    <p:bg>
      <p:bgPr>
        <a:solidFill>
          <a:srgbClr val="69AC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22286680-84B1-468A-8675-164CE43931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0021" y="283534"/>
            <a:ext cx="4942379" cy="1159745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rgbClr val="092C7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uk-UA" dirty="0"/>
          </a:p>
        </p:txBody>
      </p:sp>
      <p:sp>
        <p:nvSpPr>
          <p:cNvPr id="18" name="Picture Citation">
            <a:extLst>
              <a:ext uri="{FF2B5EF4-FFF2-40B4-BE49-F238E27FC236}">
                <a16:creationId xmlns:a16="http://schemas.microsoft.com/office/drawing/2014/main" id="{13223670-BBEB-4361-8EA3-4E1A5435EE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6480226"/>
            <a:ext cx="1902395" cy="266740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400">
                <a:solidFill>
                  <a:srgbClr val="092C74"/>
                </a:solidFill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BB1EC0-18D2-43C4-9328-501A6434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29984" y="1445023"/>
            <a:ext cx="1037573" cy="13778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0" name="Item 1 Title">
            <a:extLst>
              <a:ext uri="{FF2B5EF4-FFF2-40B4-BE49-F238E27FC236}">
                <a16:creationId xmlns:a16="http://schemas.microsoft.com/office/drawing/2014/main" id="{BF4C2CE7-8EAB-4C95-B1DF-56077F3C7D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1208" y="1905102"/>
            <a:ext cx="3508752" cy="4267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133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1</a:t>
            </a:r>
          </a:p>
        </p:txBody>
      </p:sp>
      <p:sp>
        <p:nvSpPr>
          <p:cNvPr id="31" name="Item 1 Text">
            <a:extLst>
              <a:ext uri="{FF2B5EF4-FFF2-40B4-BE49-F238E27FC236}">
                <a16:creationId xmlns:a16="http://schemas.microsoft.com/office/drawing/2014/main" id="{E625F40A-7E88-4825-BA8B-6E8F98F70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01208" y="2349517"/>
            <a:ext cx="3508752" cy="4876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2" name="Item 2 Title">
            <a:extLst>
              <a:ext uri="{FF2B5EF4-FFF2-40B4-BE49-F238E27FC236}">
                <a16:creationId xmlns:a16="http://schemas.microsoft.com/office/drawing/2014/main" id="{EAF7F9B1-5558-4A7E-91C6-7DB8DC4B3E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01208" y="3097159"/>
            <a:ext cx="3508752" cy="4267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2</a:t>
            </a:r>
          </a:p>
        </p:txBody>
      </p:sp>
      <p:sp>
        <p:nvSpPr>
          <p:cNvPr id="33" name="Item 2 Text">
            <a:extLst>
              <a:ext uri="{FF2B5EF4-FFF2-40B4-BE49-F238E27FC236}">
                <a16:creationId xmlns:a16="http://schemas.microsoft.com/office/drawing/2014/main" id="{8A58E8F1-F71E-4337-A348-930BBBE80E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01208" y="3544119"/>
            <a:ext cx="3508752" cy="4876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4" name="Item 3 Title">
            <a:extLst>
              <a:ext uri="{FF2B5EF4-FFF2-40B4-BE49-F238E27FC236}">
                <a16:creationId xmlns:a16="http://schemas.microsoft.com/office/drawing/2014/main" id="{B7ACD949-03A3-43F6-ACE5-5D98460782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01208" y="4318269"/>
            <a:ext cx="3508752" cy="4267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3</a:t>
            </a:r>
          </a:p>
        </p:txBody>
      </p:sp>
      <p:sp>
        <p:nvSpPr>
          <p:cNvPr id="35" name="Item 3 Text">
            <a:extLst>
              <a:ext uri="{FF2B5EF4-FFF2-40B4-BE49-F238E27FC236}">
                <a16:creationId xmlns:a16="http://schemas.microsoft.com/office/drawing/2014/main" id="{10259CDC-B4C8-4DEE-9798-0066E12E95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01208" y="4772624"/>
            <a:ext cx="3508752" cy="4876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Item 4 Title">
            <a:extLst>
              <a:ext uri="{FF2B5EF4-FFF2-40B4-BE49-F238E27FC236}">
                <a16:creationId xmlns:a16="http://schemas.microsoft.com/office/drawing/2014/main" id="{12305E31-24E6-4A77-886F-5014FEE1736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01208" y="5538525"/>
            <a:ext cx="3508752" cy="4267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Item 4</a:t>
            </a:r>
          </a:p>
        </p:txBody>
      </p:sp>
      <p:sp>
        <p:nvSpPr>
          <p:cNvPr id="37" name="Item 4 Text">
            <a:extLst>
              <a:ext uri="{FF2B5EF4-FFF2-40B4-BE49-F238E27FC236}">
                <a16:creationId xmlns:a16="http://schemas.microsoft.com/office/drawing/2014/main" id="{FDA9282E-D47F-4C92-9C94-945CC2D37A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01208" y="5967729"/>
            <a:ext cx="3508752" cy="4876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1EFCF2D6-1B7A-475C-8D39-C1DC70050108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bg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rgbClr val="092C74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rgbClr val="092C7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4126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3FC4CE32-48E2-3B4B-A344-FA1B60CC3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892" y="1500539"/>
            <a:ext cx="4783992" cy="678807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667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1893" y="2309488"/>
            <a:ext cx="4783993" cy="3941105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89684" y="1495645"/>
            <a:ext cx="4783992" cy="678807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667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89685" y="2309488"/>
            <a:ext cx="4783993" cy="3941105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5C874A4D-437B-47FA-9801-0B5730C4AFA2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WSE logo">
            <a:extLst>
              <a:ext uri="{FF2B5EF4-FFF2-40B4-BE49-F238E27FC236}">
                <a16:creationId xmlns:a16="http://schemas.microsoft.com/office/drawing/2014/main" id="{20DC7941-9718-4A82-83B9-1DDFA28D5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392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B452B98A-49AE-D745-88D4-EBD54A1A3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34D5D-7B7D-4750-82D4-FEA47688D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Item 1">
            <a:extLst>
              <a:ext uri="{FF2B5EF4-FFF2-40B4-BE49-F238E27FC236}">
                <a16:creationId xmlns:a16="http://schemas.microsoft.com/office/drawing/2014/main" id="{671CE112-5F0A-401E-B99E-912F29D8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107" y="1587407"/>
            <a:ext cx="3330804" cy="678807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9" name="Item 1 Text">
            <a:extLst>
              <a:ext uri="{FF2B5EF4-FFF2-40B4-BE49-F238E27FC236}">
                <a16:creationId xmlns:a16="http://schemas.microsoft.com/office/drawing/2014/main" id="{BEC0F934-9D51-44E6-A53D-A571EEE44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5109" y="2426925"/>
            <a:ext cx="3330804" cy="3656377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Item 2">
            <a:extLst>
              <a:ext uri="{FF2B5EF4-FFF2-40B4-BE49-F238E27FC236}">
                <a16:creationId xmlns:a16="http://schemas.microsoft.com/office/drawing/2014/main" id="{2DF5513A-26DB-4BCC-B646-BCE427C05D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30597" y="1587407"/>
            <a:ext cx="3330804" cy="678807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0" name="Item 2 Text">
            <a:extLst>
              <a:ext uri="{FF2B5EF4-FFF2-40B4-BE49-F238E27FC236}">
                <a16:creationId xmlns:a16="http://schemas.microsoft.com/office/drawing/2014/main" id="{98E448A1-8C8C-453C-90F9-C66DB75DCF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30598" y="2426925"/>
            <a:ext cx="3330804" cy="3656377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8" name="Item 3">
            <a:extLst>
              <a:ext uri="{FF2B5EF4-FFF2-40B4-BE49-F238E27FC236}">
                <a16:creationId xmlns:a16="http://schemas.microsoft.com/office/drawing/2014/main" id="{D26DFFB9-1EEE-4955-8A60-F1A0795C39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6087" y="1587407"/>
            <a:ext cx="3330804" cy="678807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1" name="Item 3 Text">
            <a:extLst>
              <a:ext uri="{FF2B5EF4-FFF2-40B4-BE49-F238E27FC236}">
                <a16:creationId xmlns:a16="http://schemas.microsoft.com/office/drawing/2014/main" id="{475581DD-A85C-4AC1-BF7D-FCB7CF0836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6089" y="2426925"/>
            <a:ext cx="3330804" cy="3656377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23960BB-6DCC-47C0-8EE1-1415CC30BBA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8" name="WSE logo">
            <a:extLst>
              <a:ext uri="{FF2B5EF4-FFF2-40B4-BE49-F238E27FC236}">
                <a16:creationId xmlns:a16="http://schemas.microsoft.com/office/drawing/2014/main" id="{80F1C36A-58C0-4A77-B709-5E152A98E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473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E5F8C0C4-F46E-7C48-AC3A-8898F331F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Item 1 Title">
            <a:extLst>
              <a:ext uri="{FF2B5EF4-FFF2-40B4-BE49-F238E27FC236}">
                <a16:creationId xmlns:a16="http://schemas.microsoft.com/office/drawing/2014/main" id="{828417AB-2C14-404F-8453-77B0EEB01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5107" y="1530312"/>
            <a:ext cx="2423799" cy="359971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5107" y="2114314"/>
            <a:ext cx="2423799" cy="3925557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56629" indent="-156629" algn="l">
              <a:buClr>
                <a:srgbClr val="092C74"/>
              </a:buClr>
              <a:buFont typeface="Wingdings" panose="05000000000000000000" pitchFamily="2" charset="2"/>
              <a:buChar char="§"/>
              <a:defRPr sz="18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rgbClr val="092C74"/>
              </a:buClr>
              <a:buFont typeface="Courier New" panose="02070309020205020404" pitchFamily="49" charset="0"/>
              <a:buChar char="o"/>
              <a:defRPr sz="1867"/>
            </a:lvl2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1DDA60E4-281E-47DA-825D-C391409189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86625" y="1510243"/>
            <a:ext cx="2423799" cy="359971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86625" y="2094244"/>
            <a:ext cx="2423799" cy="3925557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56629" indent="-156629" algn="l">
              <a:buClr>
                <a:srgbClr val="092C74"/>
              </a:buClr>
              <a:buFont typeface="Wingdings" panose="05000000000000000000" pitchFamily="2" charset="2"/>
              <a:buChar char="§"/>
              <a:defRPr sz="18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chemeClr val="tx2"/>
              </a:buClr>
              <a:buFont typeface="Courier New" panose="02070309020205020404" pitchFamily="49" charset="0"/>
              <a:buChar char="o"/>
              <a:defRPr sz="1867"/>
            </a:lvl2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010623E4-A6FF-4A18-B236-B835BC6017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8142" y="1510243"/>
            <a:ext cx="2423799" cy="359971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57" name="Item 3 Text">
            <a:extLst>
              <a:ext uri="{FF2B5EF4-FFF2-40B4-BE49-F238E27FC236}">
                <a16:creationId xmlns:a16="http://schemas.microsoft.com/office/drawing/2014/main" id="{EA73AD4B-8431-41F5-9F29-39748C4145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8142" y="2094244"/>
            <a:ext cx="2423799" cy="3925557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56629" indent="-156629" algn="l">
              <a:buClr>
                <a:srgbClr val="092C74"/>
              </a:buClr>
              <a:buFont typeface="Wingdings" panose="05000000000000000000" pitchFamily="2" charset="2"/>
              <a:buChar char="§"/>
              <a:defRPr sz="18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rgbClr val="092C74"/>
              </a:buClr>
              <a:buFont typeface="Courier New" panose="02070309020205020404" pitchFamily="49" charset="0"/>
              <a:buChar char="o"/>
              <a:defRPr sz="1867"/>
            </a:lvl2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0" name="Item 4 Title">
            <a:extLst>
              <a:ext uri="{FF2B5EF4-FFF2-40B4-BE49-F238E27FC236}">
                <a16:creationId xmlns:a16="http://schemas.microsoft.com/office/drawing/2014/main" id="{F80C40EE-0FC7-4E50-BCBE-6462A3F6A9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53098" y="1510243"/>
            <a:ext cx="2423799" cy="359971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59" name="Item 4 Text">
            <a:extLst>
              <a:ext uri="{FF2B5EF4-FFF2-40B4-BE49-F238E27FC236}">
                <a16:creationId xmlns:a16="http://schemas.microsoft.com/office/drawing/2014/main" id="{62E2E31C-DF1E-436B-AB25-5E4D63D11C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3098" y="2094244"/>
            <a:ext cx="2423799" cy="3925557"/>
          </a:xfrm>
          <a:prstGeom prst="rect">
            <a:avLst/>
          </a:prstGeom>
          <a:ln w="6350">
            <a:solidFill>
              <a:schemeClr val="bg2"/>
            </a:solidFill>
          </a:ln>
        </p:spPr>
        <p:txBody>
          <a:bodyPr>
            <a:noAutofit/>
          </a:bodyPr>
          <a:lstStyle>
            <a:lvl1pPr marL="156629" indent="-156629" algn="l">
              <a:buClr>
                <a:srgbClr val="092C74"/>
              </a:buClr>
              <a:buFont typeface="Wingdings" panose="05000000000000000000" pitchFamily="2" charset="2"/>
              <a:buChar char="§"/>
              <a:defRPr sz="18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9306" indent="-156629">
              <a:buClr>
                <a:schemeClr val="tx2"/>
              </a:buClr>
              <a:buFont typeface="Courier New" panose="02070309020205020404" pitchFamily="49" charset="0"/>
              <a:buChar char="o"/>
              <a:defRPr sz="1867"/>
            </a:lvl2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176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>
            <a:extLst>
              <a:ext uri="{FF2B5EF4-FFF2-40B4-BE49-F238E27FC236}">
                <a16:creationId xmlns:a16="http://schemas.microsoft.com/office/drawing/2014/main" id="{A42F6F62-4CCC-134C-94B4-C90A17781E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Item 1 Title">
            <a:extLst>
              <a:ext uri="{FF2B5EF4-FFF2-40B4-BE49-F238E27FC236}">
                <a16:creationId xmlns:a16="http://schemas.microsoft.com/office/drawing/2014/main" id="{828417AB-2C14-404F-8453-77B0EEB01E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1660" y="1545057"/>
            <a:ext cx="2072640" cy="359971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8" name="Table or Image">
            <a:extLst>
              <a:ext uri="{FF2B5EF4-FFF2-40B4-BE49-F238E27FC236}">
                <a16:creationId xmlns:a16="http://schemas.microsoft.com/office/drawing/2014/main" id="{DDD4E2F5-1A81-4241-9AE5-D5CFB69EC292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81660" y="2114314"/>
            <a:ext cx="2072640" cy="3925556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50280" indent="-150280">
              <a:buClr>
                <a:srgbClr val="092C74"/>
              </a:buClr>
              <a:buFont typeface="Wingdings" panose="05000000000000000000" pitchFamily="2" charset="2"/>
              <a:buChar char="§"/>
              <a:defRPr sz="1867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sp>
        <p:nvSpPr>
          <p:cNvPr id="56" name="Item 2 Title">
            <a:extLst>
              <a:ext uri="{FF2B5EF4-FFF2-40B4-BE49-F238E27FC236}">
                <a16:creationId xmlns:a16="http://schemas.microsoft.com/office/drawing/2014/main" id="{1DDA60E4-281E-47DA-825D-C391409189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87357" y="1569837"/>
            <a:ext cx="2072640" cy="359971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9" name="Table or Image">
            <a:extLst>
              <a:ext uri="{FF2B5EF4-FFF2-40B4-BE49-F238E27FC236}">
                <a16:creationId xmlns:a16="http://schemas.microsoft.com/office/drawing/2014/main" id="{F77511AE-C7BF-5C49-A300-0159E6B307C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587357" y="2114314"/>
            <a:ext cx="2072640" cy="3925556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50280" indent="-150280">
              <a:buClr>
                <a:srgbClr val="092C74"/>
              </a:buClr>
              <a:buFont typeface="Wingdings" panose="05000000000000000000" pitchFamily="2" charset="2"/>
              <a:buChar char="§"/>
              <a:defRPr sz="1867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010623E4-A6FF-4A18-B236-B835BC6017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07068" y="1548597"/>
            <a:ext cx="2072640" cy="359971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0" name="Table or Image">
            <a:extLst>
              <a:ext uri="{FF2B5EF4-FFF2-40B4-BE49-F238E27FC236}">
                <a16:creationId xmlns:a16="http://schemas.microsoft.com/office/drawing/2014/main" id="{DA770E6D-EA2A-544D-B9F7-A7FC458B64A0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5007068" y="2114313"/>
            <a:ext cx="2072640" cy="3925556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50280" indent="-150280">
              <a:buClr>
                <a:srgbClr val="092C74"/>
              </a:buClr>
              <a:buFont typeface="Wingdings" panose="05000000000000000000" pitchFamily="2" charset="2"/>
              <a:buChar char="§"/>
              <a:defRPr sz="1867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sp>
        <p:nvSpPr>
          <p:cNvPr id="60" name="Item 4 Title">
            <a:extLst>
              <a:ext uri="{FF2B5EF4-FFF2-40B4-BE49-F238E27FC236}">
                <a16:creationId xmlns:a16="http://schemas.microsoft.com/office/drawing/2014/main" id="{F80C40EE-0FC7-4E50-BCBE-6462A3F6A9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2832" y="1541811"/>
            <a:ext cx="2072640" cy="359971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1" name="Table or Image">
            <a:extLst>
              <a:ext uri="{FF2B5EF4-FFF2-40B4-BE49-F238E27FC236}">
                <a16:creationId xmlns:a16="http://schemas.microsoft.com/office/drawing/2014/main" id="{61CE47B8-4BB9-A84E-869C-30790EAB0AC1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7482832" y="2103369"/>
            <a:ext cx="2072640" cy="3925556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50280" indent="-150280">
              <a:buClr>
                <a:srgbClr val="092C74"/>
              </a:buClr>
              <a:buFont typeface="Wingdings" panose="05000000000000000000" pitchFamily="2" charset="2"/>
              <a:buChar char="§"/>
              <a:defRPr sz="1867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sp>
        <p:nvSpPr>
          <p:cNvPr id="22" name="Item 4 Title">
            <a:extLst>
              <a:ext uri="{FF2B5EF4-FFF2-40B4-BE49-F238E27FC236}">
                <a16:creationId xmlns:a16="http://schemas.microsoft.com/office/drawing/2014/main" id="{73A9FB82-86AB-A14D-B614-A001BB31BF3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44583" y="1541811"/>
            <a:ext cx="2072640" cy="359971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3" name="Table or Image">
            <a:extLst>
              <a:ext uri="{FF2B5EF4-FFF2-40B4-BE49-F238E27FC236}">
                <a16:creationId xmlns:a16="http://schemas.microsoft.com/office/drawing/2014/main" id="{F17C3906-CD72-3449-B9D3-E90ED24E9D2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9944583" y="2103367"/>
            <a:ext cx="2072640" cy="3925556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150280" indent="-150280">
              <a:buClr>
                <a:srgbClr val="092C74"/>
              </a:buClr>
              <a:buFont typeface="Wingdings" panose="05000000000000000000" pitchFamily="2" charset="2"/>
              <a:buChar char="§"/>
              <a:defRPr sz="1867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first-level bullet or image</a:t>
            </a: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7205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Items and Text - B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778FCE4-C62E-45FA-8069-17E0CDE13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607407"/>
            <a:ext cx="10780553" cy="678807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9DD6EC-3A2E-4812-A2E6-1C882E728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ounded Rectangle 50">
            <a:extLst>
              <a:ext uri="{FF2B5EF4-FFF2-40B4-BE49-F238E27FC236}">
                <a16:creationId xmlns:a16="http://schemas.microsoft.com/office/drawing/2014/main" id="{7911D00D-6CBC-4CBB-BA40-3F7DD5D6E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1" y="1568149"/>
            <a:ext cx="4951255" cy="4697519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5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0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3" name="Freeform 51">
            <a:extLst>
              <a:ext uri="{FF2B5EF4-FFF2-40B4-BE49-F238E27FC236}">
                <a16:creationId xmlns:a16="http://schemas.microsoft.com/office/drawing/2014/main" id="{3070A7B9-8096-4FC1-B9A9-1DC3667A8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39" y="5175120"/>
            <a:ext cx="4951255" cy="1107304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tx2"/>
          </a:solidFill>
          <a:ln w="254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24"/>
            <a:endParaRPr lang="uk-UA" sz="2000" b="1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CBB1EDA8-6036-4E17-9138-598F3F97F6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438" y="5461636"/>
            <a:ext cx="4951255" cy="4435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39A1E9ED-B596-479E-82B0-63CC2B1444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82232" y="1745196"/>
            <a:ext cx="4293667" cy="3215365"/>
          </a:xfrm>
          <a:prstGeom prst="rect">
            <a:avLst/>
          </a:prstGeom>
        </p:spPr>
        <p:txBody>
          <a:bodyPr>
            <a:noAutofit/>
          </a:bodyPr>
          <a:lstStyle>
            <a:lvl1pPr marL="309026" indent="-30902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buFont typeface="Arial" panose="020B0604020202020204" pitchFamily="34" charset="0"/>
              <a:buChar char="•"/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8866A15F-DCF2-4E46-9717-924DF8C8B4D6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5" name="WSE logo">
            <a:extLst>
              <a:ext uri="{FF2B5EF4-FFF2-40B4-BE49-F238E27FC236}">
                <a16:creationId xmlns:a16="http://schemas.microsoft.com/office/drawing/2014/main" id="{19FC6418-4FC7-4934-8CD1-E5AF55A2D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  <p:sp>
        <p:nvSpPr>
          <p:cNvPr id="18" name="Rounded Rectangle 50">
            <a:extLst>
              <a:ext uri="{FF2B5EF4-FFF2-40B4-BE49-F238E27FC236}">
                <a16:creationId xmlns:a16="http://schemas.microsoft.com/office/drawing/2014/main" id="{2BBEC93B-8D0C-42F1-9399-D1D81799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7307" y="1568149"/>
            <a:ext cx="4951255" cy="4697519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5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0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Freeform 51">
            <a:extLst>
              <a:ext uri="{FF2B5EF4-FFF2-40B4-BE49-F238E27FC236}">
                <a16:creationId xmlns:a16="http://schemas.microsoft.com/office/drawing/2014/main" id="{2050C419-8432-46BA-8661-3080C6E30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7306" y="5175120"/>
            <a:ext cx="4951255" cy="1090547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bg2"/>
          </a:solidFill>
          <a:ln w="25400" cap="flat" cmpd="sng" algn="ctr">
            <a:solidFill>
              <a:srgbClr val="69ACE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24"/>
            <a:endParaRPr lang="uk-UA" sz="2000" b="1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Item 3 Title">
            <a:extLst>
              <a:ext uri="{FF2B5EF4-FFF2-40B4-BE49-F238E27FC236}">
                <a16:creationId xmlns:a16="http://schemas.microsoft.com/office/drawing/2014/main" id="{EFBDE9D0-690A-43C3-822C-65E41613E1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87306" y="5461636"/>
            <a:ext cx="4951255" cy="4435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Click to add</a:t>
            </a:r>
          </a:p>
        </p:txBody>
      </p:sp>
      <p:sp>
        <p:nvSpPr>
          <p:cNvPr id="27" name="Item 3 Text">
            <a:extLst>
              <a:ext uri="{FF2B5EF4-FFF2-40B4-BE49-F238E27FC236}">
                <a16:creationId xmlns:a16="http://schemas.microsoft.com/office/drawing/2014/main" id="{E31A1006-0A40-451E-B49D-5D7AE05EC5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16099" y="1745196"/>
            <a:ext cx="4293667" cy="3215365"/>
          </a:xfrm>
          <a:prstGeom prst="rect">
            <a:avLst/>
          </a:prstGeom>
        </p:spPr>
        <p:txBody>
          <a:bodyPr>
            <a:noAutofit/>
          </a:bodyPr>
          <a:lstStyle>
            <a:lvl1pPr marL="309026" indent="-309026" algn="l">
              <a:buClr>
                <a:srgbClr val="092C74"/>
              </a:buClr>
              <a:buFont typeface="Wingdings" panose="05000000000000000000" pitchFamily="2" charset="2"/>
              <a:buChar char="§"/>
              <a:defRPr lang="en-US" sz="2133" dirty="0"/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buFont typeface="Arial" panose="020B0604020202020204" pitchFamily="34" charset="0"/>
              <a:buChar char="•"/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8610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Items and Text - B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778FCE4-C62E-45FA-8069-17E0CDE13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607407"/>
            <a:ext cx="10780553" cy="678807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9DD6EC-3A2E-4812-A2E6-1C882E728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ounded Rectangle 50">
            <a:extLst>
              <a:ext uri="{FF2B5EF4-FFF2-40B4-BE49-F238E27FC236}">
                <a16:creationId xmlns:a16="http://schemas.microsoft.com/office/drawing/2014/main" id="{0F0864E6-B7A6-4C69-8357-3EDC0D214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6948" y="1674125"/>
            <a:ext cx="3357045" cy="4018227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5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0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1" name="Freeform 51">
            <a:extLst>
              <a:ext uri="{FF2B5EF4-FFF2-40B4-BE49-F238E27FC236}">
                <a16:creationId xmlns:a16="http://schemas.microsoft.com/office/drawing/2014/main" id="{CF7F85ED-1788-4035-BB4F-6D2978521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6950" y="4667536"/>
            <a:ext cx="3357045" cy="1024817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tx2"/>
          </a:solidFill>
          <a:ln w="25400" cap="flat" cmpd="sng" algn="ctr">
            <a:solidFill>
              <a:srgbClr val="092C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24"/>
            <a:endParaRPr lang="uk-UA" sz="2000" b="1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Item 2 Title">
            <a:extLst>
              <a:ext uri="{FF2B5EF4-FFF2-40B4-BE49-F238E27FC236}">
                <a16:creationId xmlns:a16="http://schemas.microsoft.com/office/drawing/2014/main" id="{DBAFC4B2-E381-4378-893A-B29557D52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47" y="4900910"/>
            <a:ext cx="3357045" cy="379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41" name="Item 2 Text">
            <a:extLst>
              <a:ext uri="{FF2B5EF4-FFF2-40B4-BE49-F238E27FC236}">
                <a16:creationId xmlns:a16="http://schemas.microsoft.com/office/drawing/2014/main" id="{5ACE404C-6884-4FD6-9E39-6F4642E21C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473" y="1980814"/>
            <a:ext cx="2911188" cy="2486553"/>
          </a:xfrm>
          <a:prstGeom prst="rect">
            <a:avLst/>
          </a:prstGeom>
        </p:spPr>
        <p:txBody>
          <a:bodyPr>
            <a:noAutofit/>
          </a:bodyPr>
          <a:lstStyle>
            <a:lvl1pPr marL="309026" indent="-309026" algn="l">
              <a:buClr>
                <a:srgbClr val="092C74"/>
              </a:buClr>
              <a:buFont typeface="Wingdings" panose="05000000000000000000" pitchFamily="2" charset="2"/>
              <a:buChar char="§"/>
              <a:defRPr lang="en-US" sz="2133" dirty="0"/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Rounded Rectangle 50">
            <a:extLst>
              <a:ext uri="{FF2B5EF4-FFF2-40B4-BE49-F238E27FC236}">
                <a16:creationId xmlns:a16="http://schemas.microsoft.com/office/drawing/2014/main" id="{7911D00D-6CBC-4CBB-BA40-3F7DD5D6E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61148" y="1674125"/>
            <a:ext cx="3357045" cy="4018227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5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0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3" name="Freeform 51">
            <a:extLst>
              <a:ext uri="{FF2B5EF4-FFF2-40B4-BE49-F238E27FC236}">
                <a16:creationId xmlns:a16="http://schemas.microsoft.com/office/drawing/2014/main" id="{3070A7B9-8096-4FC1-B9A9-1DC3667A8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61149" y="4667536"/>
            <a:ext cx="3357047" cy="1024817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bg2"/>
          </a:solidFill>
          <a:ln w="25400" cap="flat" cmpd="sng" algn="ctr">
            <a:solidFill>
              <a:srgbClr val="69ACE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24"/>
            <a:endParaRPr lang="uk-UA" sz="2000" b="1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CBB1EDA8-6036-4E17-9138-598F3F97F6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61148" y="4911943"/>
            <a:ext cx="3357045" cy="379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39A1E9ED-B596-479E-82B0-63CC2B1444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9673" y="1980814"/>
            <a:ext cx="2911188" cy="2486553"/>
          </a:xfrm>
          <a:prstGeom prst="rect">
            <a:avLst/>
          </a:prstGeom>
        </p:spPr>
        <p:txBody>
          <a:bodyPr>
            <a:noAutofit/>
          </a:bodyPr>
          <a:lstStyle>
            <a:lvl1pPr marL="309026" indent="-309026" algn="l">
              <a:buClr>
                <a:srgbClr val="092C74"/>
              </a:buClr>
              <a:buFont typeface="Wingdings" panose="05000000000000000000" pitchFamily="2" charset="2"/>
              <a:buChar char="§"/>
              <a:defRPr lang="en-US" sz="2133" dirty="0"/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0559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Rounded Rectangle 50">
            <a:extLst>
              <a:ext uri="{FF2B5EF4-FFF2-40B4-BE49-F238E27FC236}">
                <a16:creationId xmlns:a16="http://schemas.microsoft.com/office/drawing/2014/main" id="{3906D885-91E2-495E-8164-51394DAE8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5355" y="1674125"/>
            <a:ext cx="3357045" cy="4018227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5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0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7" name="Freeform 51">
            <a:extLst>
              <a:ext uri="{FF2B5EF4-FFF2-40B4-BE49-F238E27FC236}">
                <a16:creationId xmlns:a16="http://schemas.microsoft.com/office/drawing/2014/main" id="{CEC72A60-0F45-4275-849F-4CE6DC1DA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5356" y="4667536"/>
            <a:ext cx="3357045" cy="1024817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tx2"/>
          </a:solidFill>
          <a:ln w="25400" cap="flat" cmpd="sng" algn="ctr">
            <a:solidFill>
              <a:srgbClr val="092C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24"/>
            <a:endParaRPr lang="uk-UA" sz="2000" b="1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Item 4 Title">
            <a:extLst>
              <a:ext uri="{FF2B5EF4-FFF2-40B4-BE49-F238E27FC236}">
                <a16:creationId xmlns:a16="http://schemas.microsoft.com/office/drawing/2014/main" id="{39E2E930-054A-4609-BFA9-2CE06617C6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5354" y="4903593"/>
            <a:ext cx="3357045" cy="379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Click to add</a:t>
            </a:r>
          </a:p>
        </p:txBody>
      </p:sp>
      <p:sp>
        <p:nvSpPr>
          <p:cNvPr id="43" name="Item 4 Text">
            <a:extLst>
              <a:ext uri="{FF2B5EF4-FFF2-40B4-BE49-F238E27FC236}">
                <a16:creationId xmlns:a16="http://schemas.microsoft.com/office/drawing/2014/main" id="{B72F7BCA-C0F0-43BC-B657-9FB6EFC280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3879" y="1980814"/>
            <a:ext cx="2911188" cy="2486553"/>
          </a:xfrm>
          <a:prstGeom prst="rect">
            <a:avLst/>
          </a:prstGeom>
        </p:spPr>
        <p:txBody>
          <a:bodyPr>
            <a:noAutofit/>
          </a:bodyPr>
          <a:lstStyle>
            <a:lvl1pPr marL="309026" indent="-309026" algn="l">
              <a:buClr>
                <a:srgbClr val="092C74"/>
              </a:buClr>
              <a:buFont typeface="Wingdings" panose="05000000000000000000" pitchFamily="2" charset="2"/>
              <a:buChar char="§"/>
              <a:defRPr lang="en-US" sz="2133" dirty="0"/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8866A15F-DCF2-4E46-9717-924DF8C8B4D6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5" name="WSE logo">
            <a:extLst>
              <a:ext uri="{FF2B5EF4-FFF2-40B4-BE49-F238E27FC236}">
                <a16:creationId xmlns:a16="http://schemas.microsoft.com/office/drawing/2014/main" id="{19FC6418-4FC7-4934-8CD1-E5AF55A2D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7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Text - B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778FCE4-C62E-45FA-8069-17E0CDE13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9DD6EC-3A2E-4812-A2E6-1C882E728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ounded Rectangle 50">
            <a:extLst>
              <a:ext uri="{FF2B5EF4-FFF2-40B4-BE49-F238E27FC236}">
                <a16:creationId xmlns:a16="http://schemas.microsoft.com/office/drawing/2014/main" id="{292223D0-D3C4-4777-99E4-9D82F50E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" y="2002360"/>
            <a:ext cx="2387205" cy="3580808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5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0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Freeform 51">
            <a:extLst>
              <a:ext uri="{FF2B5EF4-FFF2-40B4-BE49-F238E27FC236}">
                <a16:creationId xmlns:a16="http://schemas.microsoft.com/office/drawing/2014/main" id="{31EE5489-B926-442C-94BA-1A6E7A33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" y="4986369"/>
            <a:ext cx="2387205" cy="5968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bg2"/>
          </a:solidFill>
          <a:ln w="25400" cap="flat" cmpd="sng" algn="ctr">
            <a:solidFill>
              <a:srgbClr val="69ACE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24"/>
            <a:endParaRPr lang="uk-UA" sz="20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ounded Rectangle 50">
            <a:extLst>
              <a:ext uri="{FF2B5EF4-FFF2-40B4-BE49-F238E27FC236}">
                <a16:creationId xmlns:a16="http://schemas.microsoft.com/office/drawing/2014/main" id="{0F0864E6-B7A6-4C69-8357-3EDC0D214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71466" y="2002360"/>
            <a:ext cx="2387205" cy="3580808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5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0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1" name="Freeform 51">
            <a:extLst>
              <a:ext uri="{FF2B5EF4-FFF2-40B4-BE49-F238E27FC236}">
                <a16:creationId xmlns:a16="http://schemas.microsoft.com/office/drawing/2014/main" id="{CF7F85ED-1788-4035-BB4F-6D2978521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71466" y="4986369"/>
            <a:ext cx="2387205" cy="5968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tx2"/>
          </a:solidFill>
          <a:ln w="25400" cap="flat" cmpd="sng" algn="ctr">
            <a:solidFill>
              <a:srgbClr val="092C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24"/>
            <a:endParaRPr lang="uk-UA" sz="20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50">
            <a:extLst>
              <a:ext uri="{FF2B5EF4-FFF2-40B4-BE49-F238E27FC236}">
                <a16:creationId xmlns:a16="http://schemas.microsoft.com/office/drawing/2014/main" id="{3906D885-91E2-495E-8164-51394DAE8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95195" y="2002360"/>
            <a:ext cx="2387205" cy="3580808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5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000" b="0" i="0" u="none" strike="noStrike" kern="0" cap="none" spc="0" normalizeH="0" baseline="0" noProof="0" dirty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7" name="Freeform 51">
            <a:extLst>
              <a:ext uri="{FF2B5EF4-FFF2-40B4-BE49-F238E27FC236}">
                <a16:creationId xmlns:a16="http://schemas.microsoft.com/office/drawing/2014/main" id="{CEC72A60-0F45-4275-849F-4CE6DC1DA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95195" y="4986369"/>
            <a:ext cx="2387205" cy="5968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tx2"/>
          </a:solidFill>
          <a:ln w="25400" cap="flat" cmpd="sng" algn="ctr">
            <a:solidFill>
              <a:srgbClr val="092C7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24"/>
            <a:endParaRPr lang="uk-UA" sz="20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ounded Rectangle 50">
            <a:extLst>
              <a:ext uri="{FF2B5EF4-FFF2-40B4-BE49-F238E27FC236}">
                <a16:creationId xmlns:a16="http://schemas.microsoft.com/office/drawing/2014/main" id="{7911D00D-6CBC-4CBB-BA40-3F7DD5D6E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33331" y="2002360"/>
            <a:ext cx="2387205" cy="3580808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56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0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3" name="Freeform 51">
            <a:extLst>
              <a:ext uri="{FF2B5EF4-FFF2-40B4-BE49-F238E27FC236}">
                <a16:creationId xmlns:a16="http://schemas.microsoft.com/office/drawing/2014/main" id="{3070A7B9-8096-4FC1-B9A9-1DC3667A8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33331" y="4986369"/>
            <a:ext cx="2387205" cy="596801"/>
          </a:xfrm>
          <a:custGeom>
            <a:avLst/>
            <a:gdLst>
              <a:gd name="connsiteX0" fmla="*/ 0 w 3657600"/>
              <a:gd name="connsiteY0" fmla="*/ 0 h 914400"/>
              <a:gd name="connsiteX1" fmla="*/ 3657600 w 3657600"/>
              <a:gd name="connsiteY1" fmla="*/ 0 h 914400"/>
              <a:gd name="connsiteX2" fmla="*/ 3657600 w 3657600"/>
              <a:gd name="connsiteY2" fmla="*/ 571500 h 914400"/>
              <a:gd name="connsiteX3" fmla="*/ 3314700 w 3657600"/>
              <a:gd name="connsiteY3" fmla="*/ 914400 h 914400"/>
              <a:gd name="connsiteX4" fmla="*/ 342900 w 3657600"/>
              <a:gd name="connsiteY4" fmla="*/ 914400 h 914400"/>
              <a:gd name="connsiteX5" fmla="*/ 0 w 3657600"/>
              <a:gd name="connsiteY5" fmla="*/ 5715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571500"/>
                </a:lnTo>
                <a:cubicBezTo>
                  <a:pt x="3657600" y="760878"/>
                  <a:pt x="3504078" y="914400"/>
                  <a:pt x="3314700" y="914400"/>
                </a:cubicBezTo>
                <a:lnTo>
                  <a:pt x="342900" y="914400"/>
                </a:lnTo>
                <a:cubicBezTo>
                  <a:pt x="153522" y="914400"/>
                  <a:pt x="0" y="760878"/>
                  <a:pt x="0" y="571500"/>
                </a:cubicBezTo>
                <a:close/>
              </a:path>
            </a:pathLst>
          </a:custGeom>
          <a:solidFill>
            <a:schemeClr val="bg2"/>
          </a:solidFill>
          <a:ln w="25400" cap="flat" cmpd="sng" algn="ctr">
            <a:solidFill>
              <a:srgbClr val="69ACE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14424"/>
            <a:endParaRPr lang="uk-UA" sz="20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Item 1 Title">
            <a:extLst>
              <a:ext uri="{FF2B5EF4-FFF2-40B4-BE49-F238E27FC236}">
                <a16:creationId xmlns:a16="http://schemas.microsoft.com/office/drawing/2014/main" id="{CBB440B9-9FB0-429F-AB08-BBD8A2B690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106114"/>
            <a:ext cx="2387205" cy="379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0" name="Item 1 Text">
            <a:extLst>
              <a:ext uri="{FF2B5EF4-FFF2-40B4-BE49-F238E27FC236}">
                <a16:creationId xmlns:a16="http://schemas.microsoft.com/office/drawing/2014/main" id="{B86E20F2-B95C-4AAF-A804-AC965C9DDA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8125" y="3175002"/>
            <a:ext cx="2070155" cy="1594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Item 2 Title">
            <a:extLst>
              <a:ext uri="{FF2B5EF4-FFF2-40B4-BE49-F238E27FC236}">
                <a16:creationId xmlns:a16="http://schemas.microsoft.com/office/drawing/2014/main" id="{DBAFC4B2-E381-4378-893A-B29557D52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71464" y="5095081"/>
            <a:ext cx="2387205" cy="379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1" name="Item 2 Text">
            <a:extLst>
              <a:ext uri="{FF2B5EF4-FFF2-40B4-BE49-F238E27FC236}">
                <a16:creationId xmlns:a16="http://schemas.microsoft.com/office/drawing/2014/main" id="{5ACE404C-6884-4FD6-9E39-6F4642E21C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9989" y="3175002"/>
            <a:ext cx="2070155" cy="1594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CBB1EDA8-6036-4E17-9138-598F3F97F6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3331" y="5106114"/>
            <a:ext cx="2387205" cy="379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39A1E9ED-B596-479E-82B0-63CC2B1444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91855" y="3175002"/>
            <a:ext cx="2070155" cy="1594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Item 4 Title">
            <a:extLst>
              <a:ext uri="{FF2B5EF4-FFF2-40B4-BE49-F238E27FC236}">
                <a16:creationId xmlns:a16="http://schemas.microsoft.com/office/drawing/2014/main" id="{39E2E930-054A-4609-BFA9-2CE06617C6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95194" y="5097763"/>
            <a:ext cx="2387205" cy="379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</a:t>
            </a:r>
          </a:p>
        </p:txBody>
      </p:sp>
      <p:sp>
        <p:nvSpPr>
          <p:cNvPr id="43" name="Item 4 Text">
            <a:extLst>
              <a:ext uri="{FF2B5EF4-FFF2-40B4-BE49-F238E27FC236}">
                <a16:creationId xmlns:a16="http://schemas.microsoft.com/office/drawing/2014/main" id="{B72F7BCA-C0F0-43BC-B657-9FB6EFC280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53721" y="3175002"/>
            <a:ext cx="2070155" cy="1594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8866A15F-DCF2-4E46-9717-924DF8C8B4D6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5" name="WSE logo">
            <a:extLst>
              <a:ext uri="{FF2B5EF4-FFF2-40B4-BE49-F238E27FC236}">
                <a16:creationId xmlns:a16="http://schemas.microsoft.com/office/drawing/2014/main" id="{19FC6418-4FC7-4934-8CD1-E5AF55A2D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4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and Text -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3419849-0545-4B89-A5B7-FF533AE494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FD022E-F298-41C1-A7B7-039B713FE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E92223-2425-4BB3-B685-E72F60D8C5DE}"/>
              </a:ext>
            </a:extLst>
          </p:cNvPr>
          <p:cNvSpPr/>
          <p:nvPr userDrawn="1"/>
        </p:nvSpPr>
        <p:spPr>
          <a:xfrm>
            <a:off x="0" y="1763039"/>
            <a:ext cx="12192000" cy="3657600"/>
          </a:xfrm>
          <a:prstGeom prst="rect">
            <a:avLst/>
          </a:prstGeom>
          <a:solidFill>
            <a:srgbClr val="092C7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24"/>
            <a:endParaRPr lang="uk-UA" sz="1867">
              <a:solidFill>
                <a:srgbClr val="F2F2F5"/>
              </a:solidFill>
              <a:latin typeface="Roboto"/>
            </a:endParaRPr>
          </a:p>
        </p:txBody>
      </p:sp>
      <p:sp>
        <p:nvSpPr>
          <p:cNvPr id="48" name="Item 1">
            <a:extLst>
              <a:ext uri="{FF2B5EF4-FFF2-40B4-BE49-F238E27FC236}">
                <a16:creationId xmlns:a16="http://schemas.microsoft.com/office/drawing/2014/main" id="{6D3B5A7A-FA71-45F6-B598-E0C3B7283D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4171" y="2171256"/>
            <a:ext cx="1518160" cy="118116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9" name="Item 1 Title">
            <a:extLst>
              <a:ext uri="{FF2B5EF4-FFF2-40B4-BE49-F238E27FC236}">
                <a16:creationId xmlns:a16="http://schemas.microsoft.com/office/drawing/2014/main" id="{799131B7-F763-47D6-93E0-5165F0A510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7343" y="2171256"/>
            <a:ext cx="3490833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Item 1 Text">
            <a:extLst>
              <a:ext uri="{FF2B5EF4-FFF2-40B4-BE49-F238E27FC236}">
                <a16:creationId xmlns:a16="http://schemas.microsoft.com/office/drawing/2014/main" id="{2D24E43C-2F40-4506-AF1F-B9C3166E88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55065" y="2678842"/>
            <a:ext cx="3490833" cy="6735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67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Item 2">
            <a:extLst>
              <a:ext uri="{FF2B5EF4-FFF2-40B4-BE49-F238E27FC236}">
                <a16:creationId xmlns:a16="http://schemas.microsoft.com/office/drawing/2014/main" id="{74774B04-A3DF-4AA9-9343-BB068D544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3827" y="2164353"/>
            <a:ext cx="1518160" cy="11880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2" name="Item 2 Title">
            <a:extLst>
              <a:ext uri="{FF2B5EF4-FFF2-40B4-BE49-F238E27FC236}">
                <a16:creationId xmlns:a16="http://schemas.microsoft.com/office/drawing/2014/main" id="{3531EBBF-C805-4E8A-9227-766EB6C3A8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77001" y="2164354"/>
            <a:ext cx="3490833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3" name="Item 2 Text">
            <a:extLst>
              <a:ext uri="{FF2B5EF4-FFF2-40B4-BE49-F238E27FC236}">
                <a16:creationId xmlns:a16="http://schemas.microsoft.com/office/drawing/2014/main" id="{D7BBE6EB-6807-4CBE-BB58-5B8D9321D0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64721" y="2671940"/>
            <a:ext cx="3490833" cy="6804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67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Item 3">
            <a:extLst>
              <a:ext uri="{FF2B5EF4-FFF2-40B4-BE49-F238E27FC236}">
                <a16:creationId xmlns:a16="http://schemas.microsoft.com/office/drawing/2014/main" id="{38486228-4BB2-43AE-9377-DBADDC1303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4171" y="3756561"/>
            <a:ext cx="1518160" cy="12599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8" name="Item 3 Title">
            <a:extLst>
              <a:ext uri="{FF2B5EF4-FFF2-40B4-BE49-F238E27FC236}">
                <a16:creationId xmlns:a16="http://schemas.microsoft.com/office/drawing/2014/main" id="{8692B854-CADA-4E07-8BD7-69FFD667356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367343" y="3756560"/>
            <a:ext cx="3490833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Item 3 Text">
            <a:extLst>
              <a:ext uri="{FF2B5EF4-FFF2-40B4-BE49-F238E27FC236}">
                <a16:creationId xmlns:a16="http://schemas.microsoft.com/office/drawing/2014/main" id="{F27699BB-0AEC-44C1-B1CC-D3562D17AD6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355065" y="4264146"/>
            <a:ext cx="3490833" cy="7523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67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Item 4">
            <a:extLst>
              <a:ext uri="{FF2B5EF4-FFF2-40B4-BE49-F238E27FC236}">
                <a16:creationId xmlns:a16="http://schemas.microsoft.com/office/drawing/2014/main" id="{810A168E-980B-4151-B586-F2239D937E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3827" y="3756561"/>
            <a:ext cx="1518160" cy="12599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69ACE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55" name="Item 4 Title">
            <a:extLst>
              <a:ext uri="{FF2B5EF4-FFF2-40B4-BE49-F238E27FC236}">
                <a16:creationId xmlns:a16="http://schemas.microsoft.com/office/drawing/2014/main" id="{DDC595D8-EB71-43C5-84CE-CE8AB97F4A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77001" y="3756560"/>
            <a:ext cx="3490833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6" name="Item 4 Text">
            <a:extLst>
              <a:ext uri="{FF2B5EF4-FFF2-40B4-BE49-F238E27FC236}">
                <a16:creationId xmlns:a16="http://schemas.microsoft.com/office/drawing/2014/main" id="{A79F3471-2DC3-4DFD-93E8-16AB2BF1B5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64721" y="4264147"/>
            <a:ext cx="3490833" cy="7523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67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B2B5D48A-DCAA-4355-8D13-9B74715A0CF6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C83FCD4E-D545-4E7C-8444-5C2049042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45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-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">
            <a:extLst>
              <a:ext uri="{FF2B5EF4-FFF2-40B4-BE49-F238E27FC236}">
                <a16:creationId xmlns:a16="http://schemas.microsoft.com/office/drawing/2014/main" id="{7E539BF3-9B27-418B-9CEE-4FF35DD5CE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200893"/>
            <a:ext cx="10780553" cy="1085321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9C6D85-6054-4333-A45C-6D56E5C8F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CCCF60EE-1BED-491D-B9BA-8143FCFB7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7200" y="2038903"/>
            <a:ext cx="3657600" cy="3657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4"/>
            <a:endParaRPr lang="uk-UA" sz="1351">
              <a:solidFill>
                <a:srgbClr val="F2F2F5"/>
              </a:solidFill>
              <a:latin typeface="Roboto"/>
            </a:endParaRP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D820D5E2-D70E-40F8-996C-E42A9E05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7200" y="2038903"/>
            <a:ext cx="1219200" cy="1219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4"/>
            <a:endParaRPr lang="uk-UA" sz="4000" b="1" dirty="0">
              <a:solidFill>
                <a:srgbClr val="69ACE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Oval 3">
            <a:extLst>
              <a:ext uri="{FF2B5EF4-FFF2-40B4-BE49-F238E27FC236}">
                <a16:creationId xmlns:a16="http://schemas.microsoft.com/office/drawing/2014/main" id="{915D9C8A-79D6-45FE-A769-F81341B6A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038903"/>
            <a:ext cx="1219200" cy="1219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24"/>
            <a:endParaRPr lang="uk-UA" sz="4000" b="1" dirty="0">
              <a:solidFill>
                <a:srgbClr val="092C7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C18A0C12-944E-4AFB-AA08-F2D684A8D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4452681"/>
            <a:ext cx="1219200" cy="1219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24"/>
            <a:endParaRPr lang="uk-UA" sz="4000" b="1" dirty="0">
              <a:solidFill>
                <a:srgbClr val="69ACE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Oval 3">
            <a:extLst>
              <a:ext uri="{FF2B5EF4-FFF2-40B4-BE49-F238E27FC236}">
                <a16:creationId xmlns:a16="http://schemas.microsoft.com/office/drawing/2014/main" id="{54B1F908-AE10-43AA-BBC9-E54F6EB0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7200" y="4452681"/>
            <a:ext cx="1219200" cy="1219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24"/>
            <a:endParaRPr lang="uk-UA" sz="4000" b="1" dirty="0">
              <a:solidFill>
                <a:srgbClr val="092C7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Item 1">
            <a:extLst>
              <a:ext uri="{FF2B5EF4-FFF2-40B4-BE49-F238E27FC236}">
                <a16:creationId xmlns:a16="http://schemas.microsoft.com/office/drawing/2014/main" id="{0B4A9D69-7C61-4078-8FE1-B23B404AC6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67200" y="2360621"/>
            <a:ext cx="1219201" cy="5757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1" name="Item 1 Title">
            <a:extLst>
              <a:ext uri="{FF2B5EF4-FFF2-40B4-BE49-F238E27FC236}">
                <a16:creationId xmlns:a16="http://schemas.microsoft.com/office/drawing/2014/main" id="{C0436A26-D262-436C-8C61-BA2F8775F7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1892" y="2015652"/>
            <a:ext cx="3048328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667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Item 1 Text">
            <a:extLst>
              <a:ext uri="{FF2B5EF4-FFF2-40B4-BE49-F238E27FC236}">
                <a16:creationId xmlns:a16="http://schemas.microsoft.com/office/drawing/2014/main" id="{C7E732B7-944F-455D-BC24-3A11D5A0F6E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1892" y="2523239"/>
            <a:ext cx="3048328" cy="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Item 2">
            <a:extLst>
              <a:ext uri="{FF2B5EF4-FFF2-40B4-BE49-F238E27FC236}">
                <a16:creationId xmlns:a16="http://schemas.microsoft.com/office/drawing/2014/main" id="{5CBD3746-18D1-47D5-987D-E36BEF9A65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1" y="2360621"/>
            <a:ext cx="1219201" cy="5757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7" name="Item 2 Title">
            <a:extLst>
              <a:ext uri="{FF2B5EF4-FFF2-40B4-BE49-F238E27FC236}">
                <a16:creationId xmlns:a16="http://schemas.microsoft.com/office/drawing/2014/main" id="{0CB2F2DC-96B3-4884-B03D-70BF73AC29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44119" y="2015654"/>
            <a:ext cx="3048328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667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Item 2 Text">
            <a:extLst>
              <a:ext uri="{FF2B5EF4-FFF2-40B4-BE49-F238E27FC236}">
                <a16:creationId xmlns:a16="http://schemas.microsoft.com/office/drawing/2014/main" id="{2E5E5FDF-1722-441B-A1BB-5F9859FCCD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44119" y="2523241"/>
            <a:ext cx="3048328" cy="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Item 3">
            <a:extLst>
              <a:ext uri="{FF2B5EF4-FFF2-40B4-BE49-F238E27FC236}">
                <a16:creationId xmlns:a16="http://schemas.microsoft.com/office/drawing/2014/main" id="{56842972-1C06-42FE-85E3-B7FBE5A02A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1" y="4774398"/>
            <a:ext cx="1219201" cy="5757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9" name="Item 3 Title">
            <a:extLst>
              <a:ext uri="{FF2B5EF4-FFF2-40B4-BE49-F238E27FC236}">
                <a16:creationId xmlns:a16="http://schemas.microsoft.com/office/drawing/2014/main" id="{95264F1E-DEC9-41B7-93B3-E9C4B85C4C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44119" y="4439346"/>
            <a:ext cx="3048328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667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Item 3 Text">
            <a:extLst>
              <a:ext uri="{FF2B5EF4-FFF2-40B4-BE49-F238E27FC236}">
                <a16:creationId xmlns:a16="http://schemas.microsoft.com/office/drawing/2014/main" id="{0AEC987B-A3A3-4497-9D60-7BD66C35164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44119" y="4946933"/>
            <a:ext cx="3048328" cy="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Item 4">
            <a:extLst>
              <a:ext uri="{FF2B5EF4-FFF2-40B4-BE49-F238E27FC236}">
                <a16:creationId xmlns:a16="http://schemas.microsoft.com/office/drawing/2014/main" id="{D5780A37-62F6-43AD-AFF9-5BA34D600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67200" y="4774398"/>
            <a:ext cx="1219201" cy="5757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3" name="Item 4 Title">
            <a:extLst>
              <a:ext uri="{FF2B5EF4-FFF2-40B4-BE49-F238E27FC236}">
                <a16:creationId xmlns:a16="http://schemas.microsoft.com/office/drawing/2014/main" id="{6AB04380-4CBA-4305-9BED-012A97108E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1892" y="4439346"/>
            <a:ext cx="3048328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667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Item 4 Text">
            <a:extLst>
              <a:ext uri="{FF2B5EF4-FFF2-40B4-BE49-F238E27FC236}">
                <a16:creationId xmlns:a16="http://schemas.microsoft.com/office/drawing/2014/main" id="{D395DBD5-7C77-4F82-9C58-E1B8D4A9E47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1892" y="4946933"/>
            <a:ext cx="3048328" cy="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age Number">
            <a:extLst>
              <a:ext uri="{FF2B5EF4-FFF2-40B4-BE49-F238E27FC236}">
                <a16:creationId xmlns:a16="http://schemas.microsoft.com/office/drawing/2014/main" id="{337385C6-202F-425F-831F-B84FAA6ED347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8" name="WSE logo">
            <a:extLst>
              <a:ext uri="{FF2B5EF4-FFF2-40B4-BE49-F238E27FC236}">
                <a16:creationId xmlns:a16="http://schemas.microsoft.com/office/drawing/2014/main" id="{933E971C-40DA-474D-96B8-B83B54C0B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8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9A560EA5-1934-452F-B7DA-9D16BD1F8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Rectangle 26">
            <a:extLst>
              <a:ext uri="{FF2B5EF4-FFF2-40B4-BE49-F238E27FC236}">
                <a16:creationId xmlns:a16="http://schemas.microsoft.com/office/drawing/2014/main" id="{ADC3E0FB-FCB4-4F19-88D7-CB30CFF0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" y="3203312"/>
            <a:ext cx="3694617" cy="2361985"/>
          </a:xfrm>
          <a:custGeom>
            <a:avLst/>
            <a:gdLst>
              <a:gd name="connsiteX0" fmla="*/ 0 w 4355417"/>
              <a:gd name="connsiteY0" fmla="*/ 0 h 1790700"/>
              <a:gd name="connsiteX1" fmla="*/ 4355417 w 4355417"/>
              <a:gd name="connsiteY1" fmla="*/ 0 h 1790700"/>
              <a:gd name="connsiteX2" fmla="*/ 4355417 w 4355417"/>
              <a:gd name="connsiteY2" fmla="*/ 1790700 h 1790700"/>
              <a:gd name="connsiteX3" fmla="*/ 0 w 4355417"/>
              <a:gd name="connsiteY3" fmla="*/ 1790700 h 1790700"/>
              <a:gd name="connsiteX4" fmla="*/ 0 w 4355417"/>
              <a:gd name="connsiteY4" fmla="*/ 0 h 1790700"/>
              <a:gd name="connsiteX0" fmla="*/ 0 w 4831667"/>
              <a:gd name="connsiteY0" fmla="*/ 914400 h 1790700"/>
              <a:gd name="connsiteX1" fmla="*/ 4831667 w 4831667"/>
              <a:gd name="connsiteY1" fmla="*/ 0 h 1790700"/>
              <a:gd name="connsiteX2" fmla="*/ 4831667 w 4831667"/>
              <a:gd name="connsiteY2" fmla="*/ 1790700 h 1790700"/>
              <a:gd name="connsiteX3" fmla="*/ 476250 w 4831667"/>
              <a:gd name="connsiteY3" fmla="*/ 1790700 h 1790700"/>
              <a:gd name="connsiteX4" fmla="*/ 0 w 4831667"/>
              <a:gd name="connsiteY4" fmla="*/ 914400 h 1790700"/>
              <a:gd name="connsiteX0" fmla="*/ 0 w 5269817"/>
              <a:gd name="connsiteY0" fmla="*/ 2305050 h 3181350"/>
              <a:gd name="connsiteX1" fmla="*/ 5269817 w 5269817"/>
              <a:gd name="connsiteY1" fmla="*/ 0 h 3181350"/>
              <a:gd name="connsiteX2" fmla="*/ 4831667 w 5269817"/>
              <a:gd name="connsiteY2" fmla="*/ 3181350 h 3181350"/>
              <a:gd name="connsiteX3" fmla="*/ 476250 w 5269817"/>
              <a:gd name="connsiteY3" fmla="*/ 3181350 h 3181350"/>
              <a:gd name="connsiteX4" fmla="*/ 0 w 5269817"/>
              <a:gd name="connsiteY4" fmla="*/ 2305050 h 3181350"/>
              <a:gd name="connsiteX0" fmla="*/ 0 w 5288867"/>
              <a:gd name="connsiteY0" fmla="*/ 2305050 h 3181350"/>
              <a:gd name="connsiteX1" fmla="*/ 5269817 w 5288867"/>
              <a:gd name="connsiteY1" fmla="*/ 0 h 3181350"/>
              <a:gd name="connsiteX2" fmla="*/ 5288867 w 5288867"/>
              <a:gd name="connsiteY2" fmla="*/ 1790700 h 3181350"/>
              <a:gd name="connsiteX3" fmla="*/ 476250 w 5288867"/>
              <a:gd name="connsiteY3" fmla="*/ 3181350 h 3181350"/>
              <a:gd name="connsiteX4" fmla="*/ 0 w 5288867"/>
              <a:gd name="connsiteY4" fmla="*/ 2305050 h 3181350"/>
              <a:gd name="connsiteX0" fmla="*/ 0 w 5288867"/>
              <a:gd name="connsiteY0" fmla="*/ 2305050 h 4095750"/>
              <a:gd name="connsiteX1" fmla="*/ 5269817 w 5288867"/>
              <a:gd name="connsiteY1" fmla="*/ 0 h 4095750"/>
              <a:gd name="connsiteX2" fmla="*/ 5288867 w 5288867"/>
              <a:gd name="connsiteY2" fmla="*/ 1790700 h 4095750"/>
              <a:gd name="connsiteX3" fmla="*/ 19050 w 5288867"/>
              <a:gd name="connsiteY3" fmla="*/ 4095750 h 4095750"/>
              <a:gd name="connsiteX4" fmla="*/ 0 w 5288867"/>
              <a:gd name="connsiteY4" fmla="*/ 2305050 h 4095750"/>
              <a:gd name="connsiteX0" fmla="*/ 0 w 5284105"/>
              <a:gd name="connsiteY0" fmla="*/ 2309812 h 4095750"/>
              <a:gd name="connsiteX1" fmla="*/ 5265055 w 5284105"/>
              <a:gd name="connsiteY1" fmla="*/ 0 h 4095750"/>
              <a:gd name="connsiteX2" fmla="*/ 5284105 w 5284105"/>
              <a:gd name="connsiteY2" fmla="*/ 1790700 h 4095750"/>
              <a:gd name="connsiteX3" fmla="*/ 14288 w 5284105"/>
              <a:gd name="connsiteY3" fmla="*/ 4095750 h 4095750"/>
              <a:gd name="connsiteX4" fmla="*/ 0 w 5284105"/>
              <a:gd name="connsiteY4" fmla="*/ 2309812 h 4095750"/>
              <a:gd name="connsiteX0" fmla="*/ 0 w 5276961"/>
              <a:gd name="connsiteY0" fmla="*/ 2295525 h 4095750"/>
              <a:gd name="connsiteX1" fmla="*/ 5257911 w 5276961"/>
              <a:gd name="connsiteY1" fmla="*/ 0 h 4095750"/>
              <a:gd name="connsiteX2" fmla="*/ 5276961 w 5276961"/>
              <a:gd name="connsiteY2" fmla="*/ 1790700 h 4095750"/>
              <a:gd name="connsiteX3" fmla="*/ 7144 w 5276961"/>
              <a:gd name="connsiteY3" fmla="*/ 4095750 h 4095750"/>
              <a:gd name="connsiteX4" fmla="*/ 0 w 5276961"/>
              <a:gd name="connsiteY4" fmla="*/ 2295525 h 4095750"/>
              <a:gd name="connsiteX0" fmla="*/ 0 w 5276961"/>
              <a:gd name="connsiteY0" fmla="*/ 2295525 h 4090988"/>
              <a:gd name="connsiteX1" fmla="*/ 5257911 w 5276961"/>
              <a:gd name="connsiteY1" fmla="*/ 0 h 4090988"/>
              <a:gd name="connsiteX2" fmla="*/ 5276961 w 5276961"/>
              <a:gd name="connsiteY2" fmla="*/ 1790700 h 4090988"/>
              <a:gd name="connsiteX3" fmla="*/ 2381 w 5276961"/>
              <a:gd name="connsiteY3" fmla="*/ 4090988 h 4090988"/>
              <a:gd name="connsiteX4" fmla="*/ 0 w 5276961"/>
              <a:gd name="connsiteY4" fmla="*/ 2295525 h 4090988"/>
              <a:gd name="connsiteX0" fmla="*/ 0 w 5299186"/>
              <a:gd name="connsiteY0" fmla="*/ 2295525 h 4090988"/>
              <a:gd name="connsiteX1" fmla="*/ 5257911 w 5299186"/>
              <a:gd name="connsiteY1" fmla="*/ 0 h 4090988"/>
              <a:gd name="connsiteX2" fmla="*/ 5299186 w 5299186"/>
              <a:gd name="connsiteY2" fmla="*/ 1765300 h 4090988"/>
              <a:gd name="connsiteX3" fmla="*/ 2381 w 5299186"/>
              <a:gd name="connsiteY3" fmla="*/ 4090988 h 4090988"/>
              <a:gd name="connsiteX4" fmla="*/ 0 w 5299186"/>
              <a:gd name="connsiteY4" fmla="*/ 2295525 h 4090988"/>
              <a:gd name="connsiteX0" fmla="*/ 0 w 5308711"/>
              <a:gd name="connsiteY0" fmla="*/ 2308225 h 4103688"/>
              <a:gd name="connsiteX1" fmla="*/ 5308711 w 5308711"/>
              <a:gd name="connsiteY1" fmla="*/ 0 h 4103688"/>
              <a:gd name="connsiteX2" fmla="*/ 5299186 w 5308711"/>
              <a:gd name="connsiteY2" fmla="*/ 1778000 h 4103688"/>
              <a:gd name="connsiteX3" fmla="*/ 2381 w 5308711"/>
              <a:gd name="connsiteY3" fmla="*/ 4103688 h 4103688"/>
              <a:gd name="connsiteX4" fmla="*/ 0 w 5308711"/>
              <a:gd name="connsiteY4" fmla="*/ 2308225 h 4103688"/>
              <a:gd name="connsiteX0" fmla="*/ 0 w 5301567"/>
              <a:gd name="connsiteY0" fmla="*/ 2293938 h 4089401"/>
              <a:gd name="connsiteX1" fmla="*/ 5301567 w 5301567"/>
              <a:gd name="connsiteY1" fmla="*/ 0 h 4089401"/>
              <a:gd name="connsiteX2" fmla="*/ 5299186 w 5301567"/>
              <a:gd name="connsiteY2" fmla="*/ 1763713 h 4089401"/>
              <a:gd name="connsiteX3" fmla="*/ 2381 w 5301567"/>
              <a:gd name="connsiteY3" fmla="*/ 4089401 h 4089401"/>
              <a:gd name="connsiteX4" fmla="*/ 0 w 5301567"/>
              <a:gd name="connsiteY4" fmla="*/ 2293938 h 4089401"/>
              <a:gd name="connsiteX0" fmla="*/ 0 w 5301796"/>
              <a:gd name="connsiteY0" fmla="*/ 2293938 h 4089401"/>
              <a:gd name="connsiteX1" fmla="*/ 5301567 w 5301796"/>
              <a:gd name="connsiteY1" fmla="*/ 0 h 4089401"/>
              <a:gd name="connsiteX2" fmla="*/ 5301567 w 5301796"/>
              <a:gd name="connsiteY2" fmla="*/ 1782763 h 4089401"/>
              <a:gd name="connsiteX3" fmla="*/ 2381 w 5301796"/>
              <a:gd name="connsiteY3" fmla="*/ 4089401 h 4089401"/>
              <a:gd name="connsiteX4" fmla="*/ 0 w 5301796"/>
              <a:gd name="connsiteY4" fmla="*/ 2293938 h 4089401"/>
              <a:gd name="connsiteX0" fmla="*/ 0 w 5306397"/>
              <a:gd name="connsiteY0" fmla="*/ 2293938 h 4089401"/>
              <a:gd name="connsiteX1" fmla="*/ 5301567 w 5306397"/>
              <a:gd name="connsiteY1" fmla="*/ 0 h 4089401"/>
              <a:gd name="connsiteX2" fmla="*/ 5306329 w 5306397"/>
              <a:gd name="connsiteY2" fmla="*/ 1780382 h 4089401"/>
              <a:gd name="connsiteX3" fmla="*/ 2381 w 5306397"/>
              <a:gd name="connsiteY3" fmla="*/ 4089401 h 4089401"/>
              <a:gd name="connsiteX4" fmla="*/ 0 w 5306397"/>
              <a:gd name="connsiteY4" fmla="*/ 2293938 h 4089401"/>
              <a:gd name="connsiteX0" fmla="*/ 0 w 5306397"/>
              <a:gd name="connsiteY0" fmla="*/ 2305845 h 4089401"/>
              <a:gd name="connsiteX1" fmla="*/ 5301567 w 5306397"/>
              <a:gd name="connsiteY1" fmla="*/ 0 h 4089401"/>
              <a:gd name="connsiteX2" fmla="*/ 5306329 w 5306397"/>
              <a:gd name="connsiteY2" fmla="*/ 1780382 h 4089401"/>
              <a:gd name="connsiteX3" fmla="*/ 2381 w 5306397"/>
              <a:gd name="connsiteY3" fmla="*/ 4089401 h 4089401"/>
              <a:gd name="connsiteX4" fmla="*/ 0 w 5306397"/>
              <a:gd name="connsiteY4" fmla="*/ 2305845 h 408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6397" h="4089401">
                <a:moveTo>
                  <a:pt x="0" y="2305845"/>
                </a:moveTo>
                <a:lnTo>
                  <a:pt x="5301567" y="0"/>
                </a:lnTo>
                <a:cubicBezTo>
                  <a:pt x="5300773" y="587904"/>
                  <a:pt x="5307123" y="1192478"/>
                  <a:pt x="5306329" y="1780382"/>
                </a:cubicBezTo>
                <a:lnTo>
                  <a:pt x="2381" y="4089401"/>
                </a:lnTo>
                <a:cubicBezTo>
                  <a:pt x="0" y="3489326"/>
                  <a:pt x="2381" y="2905920"/>
                  <a:pt x="0" y="2305845"/>
                </a:cubicBezTo>
                <a:close/>
              </a:path>
            </a:pathLst>
          </a:custGeom>
          <a:solidFill>
            <a:srgbClr val="0A091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675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91C4870C-A169-4B4B-86B5-7832B8F99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239" y="1872863"/>
            <a:ext cx="3683151" cy="2362901"/>
          </a:xfrm>
          <a:custGeom>
            <a:avLst/>
            <a:gdLst>
              <a:gd name="connsiteX0" fmla="*/ 0 w 4355417"/>
              <a:gd name="connsiteY0" fmla="*/ 0 h 1790700"/>
              <a:gd name="connsiteX1" fmla="*/ 4355417 w 4355417"/>
              <a:gd name="connsiteY1" fmla="*/ 0 h 1790700"/>
              <a:gd name="connsiteX2" fmla="*/ 4355417 w 4355417"/>
              <a:gd name="connsiteY2" fmla="*/ 1790700 h 1790700"/>
              <a:gd name="connsiteX3" fmla="*/ 0 w 4355417"/>
              <a:gd name="connsiteY3" fmla="*/ 1790700 h 1790700"/>
              <a:gd name="connsiteX4" fmla="*/ 0 w 4355417"/>
              <a:gd name="connsiteY4" fmla="*/ 0 h 1790700"/>
              <a:gd name="connsiteX0" fmla="*/ 0 w 4831667"/>
              <a:gd name="connsiteY0" fmla="*/ 914400 h 1790700"/>
              <a:gd name="connsiteX1" fmla="*/ 4831667 w 4831667"/>
              <a:gd name="connsiteY1" fmla="*/ 0 h 1790700"/>
              <a:gd name="connsiteX2" fmla="*/ 4831667 w 4831667"/>
              <a:gd name="connsiteY2" fmla="*/ 1790700 h 1790700"/>
              <a:gd name="connsiteX3" fmla="*/ 476250 w 4831667"/>
              <a:gd name="connsiteY3" fmla="*/ 1790700 h 1790700"/>
              <a:gd name="connsiteX4" fmla="*/ 0 w 4831667"/>
              <a:gd name="connsiteY4" fmla="*/ 914400 h 1790700"/>
              <a:gd name="connsiteX0" fmla="*/ 0 w 5269817"/>
              <a:gd name="connsiteY0" fmla="*/ 2305050 h 3181350"/>
              <a:gd name="connsiteX1" fmla="*/ 5269817 w 5269817"/>
              <a:gd name="connsiteY1" fmla="*/ 0 h 3181350"/>
              <a:gd name="connsiteX2" fmla="*/ 4831667 w 5269817"/>
              <a:gd name="connsiteY2" fmla="*/ 3181350 h 3181350"/>
              <a:gd name="connsiteX3" fmla="*/ 476250 w 5269817"/>
              <a:gd name="connsiteY3" fmla="*/ 3181350 h 3181350"/>
              <a:gd name="connsiteX4" fmla="*/ 0 w 5269817"/>
              <a:gd name="connsiteY4" fmla="*/ 2305050 h 3181350"/>
              <a:gd name="connsiteX0" fmla="*/ 0 w 5288867"/>
              <a:gd name="connsiteY0" fmla="*/ 2305050 h 3181350"/>
              <a:gd name="connsiteX1" fmla="*/ 5269817 w 5288867"/>
              <a:gd name="connsiteY1" fmla="*/ 0 h 3181350"/>
              <a:gd name="connsiteX2" fmla="*/ 5288867 w 5288867"/>
              <a:gd name="connsiteY2" fmla="*/ 1790700 h 3181350"/>
              <a:gd name="connsiteX3" fmla="*/ 476250 w 5288867"/>
              <a:gd name="connsiteY3" fmla="*/ 3181350 h 3181350"/>
              <a:gd name="connsiteX4" fmla="*/ 0 w 5288867"/>
              <a:gd name="connsiteY4" fmla="*/ 2305050 h 3181350"/>
              <a:gd name="connsiteX0" fmla="*/ 0 w 5288867"/>
              <a:gd name="connsiteY0" fmla="*/ 2305050 h 4095750"/>
              <a:gd name="connsiteX1" fmla="*/ 5269817 w 5288867"/>
              <a:gd name="connsiteY1" fmla="*/ 0 h 4095750"/>
              <a:gd name="connsiteX2" fmla="*/ 5288867 w 5288867"/>
              <a:gd name="connsiteY2" fmla="*/ 1790700 h 4095750"/>
              <a:gd name="connsiteX3" fmla="*/ 19050 w 5288867"/>
              <a:gd name="connsiteY3" fmla="*/ 4095750 h 4095750"/>
              <a:gd name="connsiteX4" fmla="*/ 0 w 5288867"/>
              <a:gd name="connsiteY4" fmla="*/ 2305050 h 4095750"/>
              <a:gd name="connsiteX0" fmla="*/ 0 w 5284105"/>
              <a:gd name="connsiteY0" fmla="*/ 2309812 h 4095750"/>
              <a:gd name="connsiteX1" fmla="*/ 5265055 w 5284105"/>
              <a:gd name="connsiteY1" fmla="*/ 0 h 4095750"/>
              <a:gd name="connsiteX2" fmla="*/ 5284105 w 5284105"/>
              <a:gd name="connsiteY2" fmla="*/ 1790700 h 4095750"/>
              <a:gd name="connsiteX3" fmla="*/ 14288 w 5284105"/>
              <a:gd name="connsiteY3" fmla="*/ 4095750 h 4095750"/>
              <a:gd name="connsiteX4" fmla="*/ 0 w 5284105"/>
              <a:gd name="connsiteY4" fmla="*/ 2309812 h 4095750"/>
              <a:gd name="connsiteX0" fmla="*/ 0 w 5276961"/>
              <a:gd name="connsiteY0" fmla="*/ 2295525 h 4095750"/>
              <a:gd name="connsiteX1" fmla="*/ 5257911 w 5276961"/>
              <a:gd name="connsiteY1" fmla="*/ 0 h 4095750"/>
              <a:gd name="connsiteX2" fmla="*/ 5276961 w 5276961"/>
              <a:gd name="connsiteY2" fmla="*/ 1790700 h 4095750"/>
              <a:gd name="connsiteX3" fmla="*/ 7144 w 5276961"/>
              <a:gd name="connsiteY3" fmla="*/ 4095750 h 4095750"/>
              <a:gd name="connsiteX4" fmla="*/ 0 w 5276961"/>
              <a:gd name="connsiteY4" fmla="*/ 2295525 h 4095750"/>
              <a:gd name="connsiteX0" fmla="*/ 0 w 5276961"/>
              <a:gd name="connsiteY0" fmla="*/ 2295525 h 4090988"/>
              <a:gd name="connsiteX1" fmla="*/ 5257911 w 5276961"/>
              <a:gd name="connsiteY1" fmla="*/ 0 h 4090988"/>
              <a:gd name="connsiteX2" fmla="*/ 5276961 w 5276961"/>
              <a:gd name="connsiteY2" fmla="*/ 1790700 h 4090988"/>
              <a:gd name="connsiteX3" fmla="*/ 2381 w 5276961"/>
              <a:gd name="connsiteY3" fmla="*/ 4090988 h 4090988"/>
              <a:gd name="connsiteX4" fmla="*/ 0 w 5276961"/>
              <a:gd name="connsiteY4" fmla="*/ 2295525 h 4090988"/>
              <a:gd name="connsiteX0" fmla="*/ 0 w 5299186"/>
              <a:gd name="connsiteY0" fmla="*/ 2295525 h 4090988"/>
              <a:gd name="connsiteX1" fmla="*/ 5257911 w 5299186"/>
              <a:gd name="connsiteY1" fmla="*/ 0 h 4090988"/>
              <a:gd name="connsiteX2" fmla="*/ 5299186 w 5299186"/>
              <a:gd name="connsiteY2" fmla="*/ 1765300 h 4090988"/>
              <a:gd name="connsiteX3" fmla="*/ 2381 w 5299186"/>
              <a:gd name="connsiteY3" fmla="*/ 4090988 h 4090988"/>
              <a:gd name="connsiteX4" fmla="*/ 0 w 5299186"/>
              <a:gd name="connsiteY4" fmla="*/ 2295525 h 4090988"/>
              <a:gd name="connsiteX0" fmla="*/ 0 w 5308711"/>
              <a:gd name="connsiteY0" fmla="*/ 2308225 h 4103688"/>
              <a:gd name="connsiteX1" fmla="*/ 5308711 w 5308711"/>
              <a:gd name="connsiteY1" fmla="*/ 0 h 4103688"/>
              <a:gd name="connsiteX2" fmla="*/ 5299186 w 5308711"/>
              <a:gd name="connsiteY2" fmla="*/ 1778000 h 4103688"/>
              <a:gd name="connsiteX3" fmla="*/ 2381 w 5308711"/>
              <a:gd name="connsiteY3" fmla="*/ 4103688 h 4103688"/>
              <a:gd name="connsiteX4" fmla="*/ 0 w 5308711"/>
              <a:gd name="connsiteY4" fmla="*/ 2308225 h 4103688"/>
              <a:gd name="connsiteX0" fmla="*/ 0 w 5308711"/>
              <a:gd name="connsiteY0" fmla="*/ 2301875 h 4103688"/>
              <a:gd name="connsiteX1" fmla="*/ 5308711 w 5308711"/>
              <a:gd name="connsiteY1" fmla="*/ 0 h 4103688"/>
              <a:gd name="connsiteX2" fmla="*/ 5299186 w 5308711"/>
              <a:gd name="connsiteY2" fmla="*/ 1778000 h 4103688"/>
              <a:gd name="connsiteX3" fmla="*/ 2381 w 5308711"/>
              <a:gd name="connsiteY3" fmla="*/ 4103688 h 4103688"/>
              <a:gd name="connsiteX4" fmla="*/ 0 w 5308711"/>
              <a:gd name="connsiteY4" fmla="*/ 2301875 h 4103688"/>
              <a:gd name="connsiteX0" fmla="*/ 4384 w 5313095"/>
              <a:gd name="connsiteY0" fmla="*/ 2301875 h 4094163"/>
              <a:gd name="connsiteX1" fmla="*/ 5313095 w 5313095"/>
              <a:gd name="connsiteY1" fmla="*/ 0 h 4094163"/>
              <a:gd name="connsiteX2" fmla="*/ 5303570 w 5313095"/>
              <a:gd name="connsiteY2" fmla="*/ 1778000 h 4094163"/>
              <a:gd name="connsiteX3" fmla="*/ 415 w 5313095"/>
              <a:gd name="connsiteY3" fmla="*/ 4094163 h 4094163"/>
              <a:gd name="connsiteX4" fmla="*/ 4384 w 5313095"/>
              <a:gd name="connsiteY4" fmla="*/ 2301875 h 4094163"/>
              <a:gd name="connsiteX0" fmla="*/ 0 w 5308711"/>
              <a:gd name="connsiteY0" fmla="*/ 2301875 h 4090988"/>
              <a:gd name="connsiteX1" fmla="*/ 5308711 w 5308711"/>
              <a:gd name="connsiteY1" fmla="*/ 0 h 4090988"/>
              <a:gd name="connsiteX2" fmla="*/ 5299186 w 5308711"/>
              <a:gd name="connsiteY2" fmla="*/ 1778000 h 4090988"/>
              <a:gd name="connsiteX3" fmla="*/ 2381 w 5308711"/>
              <a:gd name="connsiteY3" fmla="*/ 4090988 h 4090988"/>
              <a:gd name="connsiteX4" fmla="*/ 0 w 5308711"/>
              <a:gd name="connsiteY4" fmla="*/ 2301875 h 4090988"/>
              <a:gd name="connsiteX0" fmla="*/ 0 w 5308711"/>
              <a:gd name="connsiteY0" fmla="*/ 2309019 h 4090988"/>
              <a:gd name="connsiteX1" fmla="*/ 5308711 w 5308711"/>
              <a:gd name="connsiteY1" fmla="*/ 0 h 4090988"/>
              <a:gd name="connsiteX2" fmla="*/ 5299186 w 5308711"/>
              <a:gd name="connsiteY2" fmla="*/ 1778000 h 4090988"/>
              <a:gd name="connsiteX3" fmla="*/ 2381 w 5308711"/>
              <a:gd name="connsiteY3" fmla="*/ 4090988 h 4090988"/>
              <a:gd name="connsiteX4" fmla="*/ 0 w 5308711"/>
              <a:gd name="connsiteY4" fmla="*/ 2309019 h 4090988"/>
              <a:gd name="connsiteX0" fmla="*/ 0 w 5308711"/>
              <a:gd name="connsiteY0" fmla="*/ 2299494 h 4090988"/>
              <a:gd name="connsiteX1" fmla="*/ 5308711 w 5308711"/>
              <a:gd name="connsiteY1" fmla="*/ 0 h 4090988"/>
              <a:gd name="connsiteX2" fmla="*/ 5299186 w 5308711"/>
              <a:gd name="connsiteY2" fmla="*/ 1778000 h 4090988"/>
              <a:gd name="connsiteX3" fmla="*/ 2381 w 5308711"/>
              <a:gd name="connsiteY3" fmla="*/ 4090988 h 4090988"/>
              <a:gd name="connsiteX4" fmla="*/ 0 w 5308711"/>
              <a:gd name="connsiteY4" fmla="*/ 2299494 h 4090988"/>
              <a:gd name="connsiteX0" fmla="*/ 0 w 5318236"/>
              <a:gd name="connsiteY0" fmla="*/ 2299494 h 4090988"/>
              <a:gd name="connsiteX1" fmla="*/ 5318236 w 5318236"/>
              <a:gd name="connsiteY1" fmla="*/ 0 h 4090988"/>
              <a:gd name="connsiteX2" fmla="*/ 5308711 w 5318236"/>
              <a:gd name="connsiteY2" fmla="*/ 1778000 h 4090988"/>
              <a:gd name="connsiteX3" fmla="*/ 11906 w 5318236"/>
              <a:gd name="connsiteY3" fmla="*/ 4090988 h 4090988"/>
              <a:gd name="connsiteX4" fmla="*/ 0 w 5318236"/>
              <a:gd name="connsiteY4" fmla="*/ 2299494 h 4090988"/>
              <a:gd name="connsiteX0" fmla="*/ 0 w 5315855"/>
              <a:gd name="connsiteY0" fmla="*/ 2304257 h 4090988"/>
              <a:gd name="connsiteX1" fmla="*/ 5315855 w 5315855"/>
              <a:gd name="connsiteY1" fmla="*/ 0 h 4090988"/>
              <a:gd name="connsiteX2" fmla="*/ 5306330 w 5315855"/>
              <a:gd name="connsiteY2" fmla="*/ 1778000 h 4090988"/>
              <a:gd name="connsiteX3" fmla="*/ 9525 w 5315855"/>
              <a:gd name="connsiteY3" fmla="*/ 4090988 h 4090988"/>
              <a:gd name="connsiteX4" fmla="*/ 0 w 5315855"/>
              <a:gd name="connsiteY4" fmla="*/ 2304257 h 4090988"/>
              <a:gd name="connsiteX0" fmla="*/ 0 w 5315855"/>
              <a:gd name="connsiteY0" fmla="*/ 2301876 h 4090988"/>
              <a:gd name="connsiteX1" fmla="*/ 5315855 w 5315855"/>
              <a:gd name="connsiteY1" fmla="*/ 0 h 4090988"/>
              <a:gd name="connsiteX2" fmla="*/ 5306330 w 5315855"/>
              <a:gd name="connsiteY2" fmla="*/ 1778000 h 4090988"/>
              <a:gd name="connsiteX3" fmla="*/ 9525 w 5315855"/>
              <a:gd name="connsiteY3" fmla="*/ 4090988 h 4090988"/>
              <a:gd name="connsiteX4" fmla="*/ 0 w 5315855"/>
              <a:gd name="connsiteY4" fmla="*/ 2301876 h 4090988"/>
              <a:gd name="connsiteX0" fmla="*/ 0 w 5313474"/>
              <a:gd name="connsiteY0" fmla="*/ 2301876 h 4090988"/>
              <a:gd name="connsiteX1" fmla="*/ 5313474 w 5313474"/>
              <a:gd name="connsiteY1" fmla="*/ 0 h 4090988"/>
              <a:gd name="connsiteX2" fmla="*/ 5303949 w 5313474"/>
              <a:gd name="connsiteY2" fmla="*/ 1778000 h 4090988"/>
              <a:gd name="connsiteX3" fmla="*/ 7144 w 5313474"/>
              <a:gd name="connsiteY3" fmla="*/ 4090988 h 4090988"/>
              <a:gd name="connsiteX4" fmla="*/ 0 w 5313474"/>
              <a:gd name="connsiteY4" fmla="*/ 2301876 h 409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3474" h="4090988">
                <a:moveTo>
                  <a:pt x="0" y="2301876"/>
                </a:moveTo>
                <a:lnTo>
                  <a:pt x="5313474" y="0"/>
                </a:lnTo>
                <a:lnTo>
                  <a:pt x="5303949" y="1778000"/>
                </a:lnTo>
                <a:lnTo>
                  <a:pt x="7144" y="4090988"/>
                </a:lnTo>
                <a:cubicBezTo>
                  <a:pt x="4763" y="3490913"/>
                  <a:pt x="2381" y="2901951"/>
                  <a:pt x="0" y="2301876"/>
                </a:cubicBezTo>
                <a:close/>
              </a:path>
            </a:pathLst>
          </a:custGeom>
          <a:solidFill>
            <a:srgbClr val="0A091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675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AB05CE-AAB5-4E94-B8A8-28D45053F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4774" y="3200563"/>
            <a:ext cx="3694617" cy="1034285"/>
          </a:xfrm>
          <a:prstGeom prst="rect">
            <a:avLst/>
          </a:prstGeom>
          <a:solidFill>
            <a:srgbClr val="69ACE5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675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46CADE-1C6D-4552-A437-5CC28BD58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1892" y="4532846"/>
            <a:ext cx="3720408" cy="1034285"/>
          </a:xfrm>
          <a:prstGeom prst="rect">
            <a:avLst/>
          </a:prstGeom>
          <a:solidFill>
            <a:srgbClr val="092C74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675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D3218B-5651-4A6C-9CC0-32F9EBE3B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" y="1869195"/>
            <a:ext cx="3721757" cy="1034285"/>
          </a:xfrm>
          <a:prstGeom prst="rect">
            <a:avLst/>
          </a:prstGeom>
          <a:solidFill>
            <a:srgbClr val="092C74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675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7" name="Subtitle">
            <a:extLst>
              <a:ext uri="{FF2B5EF4-FFF2-40B4-BE49-F238E27FC236}">
                <a16:creationId xmlns:a16="http://schemas.microsoft.com/office/drawing/2014/main" id="{93BD0AF0-ECDA-41BB-BDBF-FABB50E876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307" y="1869196"/>
            <a:ext cx="6492404" cy="4295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E41B4165-89DA-4676-9A75-DB1A210A05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5709" y="2540000"/>
            <a:ext cx="6486737" cy="3027131"/>
          </a:xfrm>
          <a:prstGeom prst="rect">
            <a:avLst/>
          </a:prstGeom>
        </p:spPr>
        <p:txBody>
          <a:bodyPr>
            <a:noAutofit/>
          </a:bodyPr>
          <a:lstStyle>
            <a:lvl1pPr marL="302676" indent="-302676" algn="l"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59865" indent="-302676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29" name="Info 1">
            <a:extLst>
              <a:ext uri="{FF2B5EF4-FFF2-40B4-BE49-F238E27FC236}">
                <a16:creationId xmlns:a16="http://schemas.microsoft.com/office/drawing/2014/main" id="{7A4EBD99-E28A-467C-B8D7-DE90097836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498" y="2059035"/>
            <a:ext cx="1109212" cy="68369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67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0" name="Info 1 Text">
            <a:extLst>
              <a:ext uri="{FF2B5EF4-FFF2-40B4-BE49-F238E27FC236}">
                <a16:creationId xmlns:a16="http://schemas.microsoft.com/office/drawing/2014/main" id="{BEA326F2-4A47-4163-A88D-30223B697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434" y="2059035"/>
            <a:ext cx="2038967" cy="6570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69ACE5"/>
              </a:buClr>
              <a:buFont typeface="Wingdings" panose="05000000000000000000" pitchFamily="2" charset="2"/>
              <a:buNone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nfo 2">
            <a:extLst>
              <a:ext uri="{FF2B5EF4-FFF2-40B4-BE49-F238E27FC236}">
                <a16:creationId xmlns:a16="http://schemas.microsoft.com/office/drawing/2014/main" id="{879C946B-2418-4E80-B1B2-ED3029968E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3498" y="3384048"/>
            <a:ext cx="1109212" cy="68369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67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39" name="Info 2 Text">
            <a:extLst>
              <a:ext uri="{FF2B5EF4-FFF2-40B4-BE49-F238E27FC236}">
                <a16:creationId xmlns:a16="http://schemas.microsoft.com/office/drawing/2014/main" id="{5FE1DA00-8AD9-4506-895A-25E0FFF3A8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7434" y="3384048"/>
            <a:ext cx="2038967" cy="6570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69ACE5"/>
              </a:buClr>
              <a:buFont typeface="Wingdings" panose="05000000000000000000" pitchFamily="2" charset="2"/>
              <a:buNone/>
              <a:defRPr sz="1333" b="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0" name="Info 3">
            <a:extLst>
              <a:ext uri="{FF2B5EF4-FFF2-40B4-BE49-F238E27FC236}">
                <a16:creationId xmlns:a16="http://schemas.microsoft.com/office/drawing/2014/main" id="{D8A0AFDE-8EFC-4A53-A922-179064B43B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6590" y="4713583"/>
            <a:ext cx="1109212" cy="68369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667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1" name="Info 3 Text">
            <a:extLst>
              <a:ext uri="{FF2B5EF4-FFF2-40B4-BE49-F238E27FC236}">
                <a16:creationId xmlns:a16="http://schemas.microsoft.com/office/drawing/2014/main" id="{882D6DBF-7708-4AFA-B28F-215C8BC931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60526" y="4713583"/>
            <a:ext cx="2038967" cy="6570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69ACE5"/>
              </a:buClr>
              <a:buFont typeface="Wingdings" panose="05000000000000000000" pitchFamily="2" charset="2"/>
              <a:buNone/>
              <a:defRPr sz="1333" b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723690-B358-4783-A959-78E05177C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Page Number">
            <a:extLst>
              <a:ext uri="{FF2B5EF4-FFF2-40B4-BE49-F238E27FC236}">
                <a16:creationId xmlns:a16="http://schemas.microsoft.com/office/drawing/2014/main" id="{D99FFF48-9513-4D94-ADAF-4FDF160E3F90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3" name="WSE logo">
            <a:extLst>
              <a:ext uri="{FF2B5EF4-FFF2-40B4-BE49-F238E27FC236}">
                <a16:creationId xmlns:a16="http://schemas.microsoft.com/office/drawing/2014/main" id="{C1400C22-623A-4FAB-86C9-A0AE2AD8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722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">
            <a:extLst>
              <a:ext uri="{FF2B5EF4-FFF2-40B4-BE49-F238E27FC236}">
                <a16:creationId xmlns:a16="http://schemas.microsoft.com/office/drawing/2014/main" id="{0301AFB8-AD89-4017-8E38-5FA5A13A1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E255FC-7EAC-49AE-B880-3463FB551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225025" y="2525042"/>
            <a:ext cx="2288763" cy="228876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1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DD1A5E-29DF-40B0-B20F-2459F3AA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094181" y="2525042"/>
            <a:ext cx="2288763" cy="228876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0CD46C-4A36-4CDC-9D1D-1390A6EB9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963337" y="2525042"/>
            <a:ext cx="2288763" cy="228876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2B94E1-30E5-44FA-8B76-A43E3E2A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832493" y="2525042"/>
            <a:ext cx="2288763" cy="228876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EFB757-BCA3-44BC-B989-9E92DA2E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701649" y="2525042"/>
            <a:ext cx="2288763" cy="228876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435767-DD64-408F-8630-7219C1A17321}"/>
              </a:ext>
            </a:extLst>
          </p:cNvPr>
          <p:cNvSpPr>
            <a:spLocks noChangeAspect="1"/>
          </p:cNvSpPr>
          <p:nvPr userDrawn="1"/>
        </p:nvSpPr>
        <p:spPr>
          <a:xfrm>
            <a:off x="1225024" y="2533886"/>
            <a:ext cx="2288763" cy="228876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783">
              <a:defRPr/>
            </a:pPr>
            <a:endParaRPr lang="uk-UA" sz="2400" b="1" kern="0" dirty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B3AC26-84C9-490E-9619-E641A51B50D6}"/>
              </a:ext>
            </a:extLst>
          </p:cNvPr>
          <p:cNvSpPr>
            <a:spLocks noChangeAspect="1"/>
          </p:cNvSpPr>
          <p:nvPr userDrawn="1"/>
        </p:nvSpPr>
        <p:spPr>
          <a:xfrm>
            <a:off x="3094180" y="2533886"/>
            <a:ext cx="2288763" cy="228876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783">
              <a:defRPr/>
            </a:pPr>
            <a:endParaRPr lang="uk-UA" sz="2400" b="1" kern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58C4E82-CF2F-4A0F-B40D-397DB0934816}"/>
              </a:ext>
            </a:extLst>
          </p:cNvPr>
          <p:cNvSpPr>
            <a:spLocks noChangeAspect="1"/>
          </p:cNvSpPr>
          <p:nvPr userDrawn="1"/>
        </p:nvSpPr>
        <p:spPr>
          <a:xfrm>
            <a:off x="4963337" y="2532977"/>
            <a:ext cx="2288763" cy="228876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783">
              <a:defRPr/>
            </a:pPr>
            <a:endParaRPr lang="uk-UA" sz="2400" b="1" kern="0" dirty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ED93624-4E7A-42A1-AB9F-87F48C59434F}"/>
              </a:ext>
            </a:extLst>
          </p:cNvPr>
          <p:cNvSpPr>
            <a:spLocks noChangeAspect="1"/>
          </p:cNvSpPr>
          <p:nvPr userDrawn="1"/>
        </p:nvSpPr>
        <p:spPr>
          <a:xfrm>
            <a:off x="6832493" y="2532977"/>
            <a:ext cx="2288763" cy="2288761"/>
          </a:xfrm>
          <a:prstGeom prst="ellipse">
            <a:avLst/>
          </a:prstGeom>
          <a:solidFill>
            <a:srgbClr val="69ACE5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783">
              <a:defRPr/>
            </a:pPr>
            <a:endParaRPr lang="uk-UA" sz="2400" b="1" kern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6128184-D09F-4D76-9EDE-FE4A52B4AE01}"/>
              </a:ext>
            </a:extLst>
          </p:cNvPr>
          <p:cNvSpPr>
            <a:spLocks noChangeAspect="1"/>
          </p:cNvSpPr>
          <p:nvPr userDrawn="1"/>
        </p:nvSpPr>
        <p:spPr>
          <a:xfrm>
            <a:off x="8701649" y="2523224"/>
            <a:ext cx="2288763" cy="2288761"/>
          </a:xfrm>
          <a:prstGeom prst="ellipse">
            <a:avLst/>
          </a:prstGeom>
          <a:solidFill>
            <a:srgbClr val="092C74">
              <a:alpha val="75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783">
              <a:defRPr/>
            </a:pPr>
            <a:endParaRPr lang="uk-UA" sz="2400" b="1" kern="0" dirty="0">
              <a:solidFill>
                <a:srgbClr val="F2F2F5"/>
              </a:solidFill>
              <a:latin typeface="Roboto"/>
            </a:endParaRPr>
          </a:p>
        </p:txBody>
      </p:sp>
      <p:sp>
        <p:nvSpPr>
          <p:cNvPr id="48" name="Item 1 Title">
            <a:extLst>
              <a:ext uri="{FF2B5EF4-FFF2-40B4-BE49-F238E27FC236}">
                <a16:creationId xmlns:a16="http://schemas.microsoft.com/office/drawing/2014/main" id="{13C8E0C2-242B-4771-9412-328CD7575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4630" y="4029307"/>
            <a:ext cx="1449551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3" name="Item 1 Text">
            <a:extLst>
              <a:ext uri="{FF2B5EF4-FFF2-40B4-BE49-F238E27FC236}">
                <a16:creationId xmlns:a16="http://schemas.microsoft.com/office/drawing/2014/main" id="{DD12D595-2255-4364-8EC7-4903FEC6759C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068840" y="5068011"/>
            <a:ext cx="2579649" cy="5539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5" name="Item 2 Title">
            <a:extLst>
              <a:ext uri="{FF2B5EF4-FFF2-40B4-BE49-F238E27FC236}">
                <a16:creationId xmlns:a16="http://schemas.microsoft.com/office/drawing/2014/main" id="{6981DB86-04CB-46BF-944C-7F1D632119A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513787" y="4037367"/>
            <a:ext cx="1449551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30" name="Item 2 Text">
            <a:extLst>
              <a:ext uri="{FF2B5EF4-FFF2-40B4-BE49-F238E27FC236}">
                <a16:creationId xmlns:a16="http://schemas.microsoft.com/office/drawing/2014/main" id="{48AB996C-F7C9-4DE3-A4CA-5381A37B77FD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2946209" y="1723469"/>
            <a:ext cx="2584704" cy="5486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6" name="Item 3 Title">
            <a:extLst>
              <a:ext uri="{FF2B5EF4-FFF2-40B4-BE49-F238E27FC236}">
                <a16:creationId xmlns:a16="http://schemas.microsoft.com/office/drawing/2014/main" id="{07B9589E-F6AC-4251-8200-299CB8CE0A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82945" y="4034406"/>
            <a:ext cx="1419887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2" name="Item 3 Text">
            <a:extLst>
              <a:ext uri="{FF2B5EF4-FFF2-40B4-BE49-F238E27FC236}">
                <a16:creationId xmlns:a16="http://schemas.microsoft.com/office/drawing/2014/main" id="{C70E3A5C-0D02-431F-B04E-5A18A53E52C1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4809817" y="5068010"/>
            <a:ext cx="2584704" cy="5539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7" name="Item 4 Title">
            <a:extLst>
              <a:ext uri="{FF2B5EF4-FFF2-40B4-BE49-F238E27FC236}">
                <a16:creationId xmlns:a16="http://schemas.microsoft.com/office/drawing/2014/main" id="{D1014B6A-F5E5-456C-B2FA-F5B5CFD6EA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40381" y="4029307"/>
            <a:ext cx="1461268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1" name="Item 4 Text">
            <a:extLst>
              <a:ext uri="{FF2B5EF4-FFF2-40B4-BE49-F238E27FC236}">
                <a16:creationId xmlns:a16="http://schemas.microsoft.com/office/drawing/2014/main" id="{D036508F-55C5-4315-A1A5-4C37028E396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678661" y="1723469"/>
            <a:ext cx="2584704" cy="5486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49" name="Item 5 Title">
            <a:extLst>
              <a:ext uri="{FF2B5EF4-FFF2-40B4-BE49-F238E27FC236}">
                <a16:creationId xmlns:a16="http://schemas.microsoft.com/office/drawing/2014/main" id="{10724EF9-B96D-46CD-9CDE-1437737309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21257" y="4037367"/>
            <a:ext cx="1449551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44" name="Item 5 Text">
            <a:extLst>
              <a:ext uri="{FF2B5EF4-FFF2-40B4-BE49-F238E27FC236}">
                <a16:creationId xmlns:a16="http://schemas.microsoft.com/office/drawing/2014/main" id="{52B76C6E-8844-4031-9443-DAA924981D1D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553679" y="5068010"/>
            <a:ext cx="2584704" cy="5539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67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33E3FD-BE40-4756-A413-7A11B0F55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Page Number">
            <a:extLst>
              <a:ext uri="{FF2B5EF4-FFF2-40B4-BE49-F238E27FC236}">
                <a16:creationId xmlns:a16="http://schemas.microsoft.com/office/drawing/2014/main" id="{81251A57-6F56-45E2-8E48-61C5F222D161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3" name="WSE logo">
            <a:extLst>
              <a:ext uri="{FF2B5EF4-FFF2-40B4-BE49-F238E27FC236}">
                <a16:creationId xmlns:a16="http://schemas.microsoft.com/office/drawing/2014/main" id="{5183B704-1ED3-426C-B12C-6BD74D72F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961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or Proce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5CE5-BF88-EC4B-A5BB-C91694E1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49" y="79731"/>
            <a:ext cx="10794995" cy="1256477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56D86C-B76F-7D41-865B-669A58A40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B7C9E05-905F-4239-BA70-7805F39E253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36552" y="1677140"/>
            <a:ext cx="11154833" cy="48294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2667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grpSp>
        <p:nvGrpSpPr>
          <p:cNvPr id="46" name="Group 45" descr="Timeline image">
            <a:extLst>
              <a:ext uri="{FF2B5EF4-FFF2-40B4-BE49-F238E27FC236}">
                <a16:creationId xmlns:a16="http://schemas.microsoft.com/office/drawing/2014/main" id="{12EE74DF-9333-4546-8B0E-F0FCE41F51A0}"/>
              </a:ext>
            </a:extLst>
          </p:cNvPr>
          <p:cNvGrpSpPr/>
          <p:nvPr userDrawn="1"/>
        </p:nvGrpSpPr>
        <p:grpSpPr>
          <a:xfrm>
            <a:off x="199084" y="3917243"/>
            <a:ext cx="11757707" cy="525517"/>
            <a:chOff x="149313" y="2937932"/>
            <a:chExt cx="8818280" cy="394138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8F8E5DEB-0CA8-7C40-9940-93D22D38A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9313" y="2937932"/>
              <a:ext cx="8818280" cy="394138"/>
            </a:xfrm>
            <a:prstGeom prst="rightArrow">
              <a:avLst/>
            </a:prstGeom>
            <a:solidFill>
              <a:srgbClr val="0B2D7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33E08E7-D1BF-8A47-9C1F-7E6E6F13D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61676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B425AC6-6A04-2540-873A-C34F7415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905964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FDF4F6-7F79-2E4D-A0A1-3DCFEC7CD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160762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ECA228-EC9A-4E43-9304-017BEA28D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405050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E957417-2040-534F-8BB0-66A9FC17B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589693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901EAEE-2200-4047-AC6E-D68F83AC9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838579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5053514-B4E5-7649-9105-BD559F8A4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57411" y="3038886"/>
              <a:ext cx="183176" cy="1922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32" name="Table or Image">
            <a:extLst>
              <a:ext uri="{FF2B5EF4-FFF2-40B4-BE49-F238E27FC236}">
                <a16:creationId xmlns:a16="http://schemas.microsoft.com/office/drawing/2014/main" id="{B55C9193-8997-F045-A5BC-B8BDD1896AE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335809" y="2421563"/>
            <a:ext cx="1377375" cy="140156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 algn="l">
              <a:buClr>
                <a:schemeClr val="tx2"/>
              </a:buClr>
              <a:buFont typeface="Wingdings" panose="05000000000000000000" pitchFamily="2" charset="2"/>
              <a:buNone/>
              <a:defRPr sz="1600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5" name="Table or Image">
            <a:extLst>
              <a:ext uri="{FF2B5EF4-FFF2-40B4-BE49-F238E27FC236}">
                <a16:creationId xmlns:a16="http://schemas.microsoft.com/office/drawing/2014/main" id="{49945C77-72E2-A747-BC22-94D2E7C0C3AB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983689" y="4605060"/>
            <a:ext cx="1377375" cy="140156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600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able or Image">
            <a:extLst>
              <a:ext uri="{FF2B5EF4-FFF2-40B4-BE49-F238E27FC236}">
                <a16:creationId xmlns:a16="http://schemas.microsoft.com/office/drawing/2014/main" id="{68532B39-F878-4F4A-8FB7-1E4ABE4E43AE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3613622" y="2421563"/>
            <a:ext cx="1377375" cy="140156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600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able or Image">
            <a:extLst>
              <a:ext uri="{FF2B5EF4-FFF2-40B4-BE49-F238E27FC236}">
                <a16:creationId xmlns:a16="http://schemas.microsoft.com/office/drawing/2014/main" id="{5987319A-6708-164D-B069-C9A27D3CF99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5252527" y="4601776"/>
            <a:ext cx="1377375" cy="140156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600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able or Image">
            <a:extLst>
              <a:ext uri="{FF2B5EF4-FFF2-40B4-BE49-F238E27FC236}">
                <a16:creationId xmlns:a16="http://schemas.microsoft.com/office/drawing/2014/main" id="{03B445B3-CA64-E748-8A75-A4006779359D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891435" y="2421563"/>
            <a:ext cx="1377375" cy="140156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600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able or Image">
            <a:extLst>
              <a:ext uri="{FF2B5EF4-FFF2-40B4-BE49-F238E27FC236}">
                <a16:creationId xmlns:a16="http://schemas.microsoft.com/office/drawing/2014/main" id="{01884091-B2D7-4C45-86BC-7D4F74E79C27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8530342" y="4601776"/>
            <a:ext cx="1377375" cy="140156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600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able or Image">
            <a:extLst>
              <a:ext uri="{FF2B5EF4-FFF2-40B4-BE49-F238E27FC236}">
                <a16:creationId xmlns:a16="http://schemas.microsoft.com/office/drawing/2014/main" id="{BCCA4455-3AE1-1943-AD67-2A4DFA99E393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14571" y="2421563"/>
            <a:ext cx="1377375" cy="140156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1600"/>
            </a:lvl1pPr>
            <a:lvl2pPr marL="757748" indent="-300559">
              <a:buClr>
                <a:schemeClr val="tx2"/>
              </a:buClr>
              <a:buFont typeface="Courier New" panose="02070309020205020404" pitchFamily="49" charset="0"/>
              <a:buChar char="o"/>
              <a:defRPr sz="2400"/>
            </a:lvl2pPr>
            <a:lvl3pPr marL="1219170" indent="-304792"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Citation">
            <a:extLst>
              <a:ext uri="{FF2B5EF4-FFF2-40B4-BE49-F238E27FC236}">
                <a16:creationId xmlns:a16="http://schemas.microsoft.com/office/drawing/2014/main" id="{DEE35AFB-A4A5-BF4E-9555-0CBD73E0D7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21675" y="6108414"/>
            <a:ext cx="8992023" cy="26674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lang="en-US" sz="1400" b="0" i="0" u="none" strike="noStrike" smtClean="0">
                <a:effectLst/>
              </a:defRPr>
            </a:lvl1pPr>
            <a:lvl2pPr>
              <a:buNone/>
              <a:defRPr sz="933"/>
            </a:lvl2pPr>
            <a:lvl3pPr>
              <a:buNone/>
              <a:defRPr sz="933"/>
            </a:lvl3pPr>
            <a:lvl4pPr>
              <a:buNone/>
              <a:defRPr sz="933"/>
            </a:lvl4pPr>
            <a:lvl5pPr>
              <a:buNone/>
              <a:defRPr sz="933"/>
            </a:lvl5pPr>
          </a:lstStyle>
          <a:p>
            <a:pPr lvl="0"/>
            <a:r>
              <a:rPr lang="en-US" dirty="0"/>
              <a:t>Adapted/Reprinted from [APA reference].</a:t>
            </a:r>
          </a:p>
        </p:txBody>
      </p:sp>
      <p:pic>
        <p:nvPicPr>
          <p:cNvPr id="27" name="WSE logo">
            <a:extLst>
              <a:ext uri="{FF2B5EF4-FFF2-40B4-BE49-F238E27FC236}">
                <a16:creationId xmlns:a16="http://schemas.microsoft.com/office/drawing/2014/main" id="{978592AB-D8FE-E649-9B9F-6BB4F13FB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  <p:sp>
        <p:nvSpPr>
          <p:cNvPr id="29" name="Page Number">
            <a:extLst>
              <a:ext uri="{FF2B5EF4-FFF2-40B4-BE49-F238E27FC236}">
                <a16:creationId xmlns:a16="http://schemas.microsoft.com/office/drawing/2014/main" id="{5B0C4C21-CAD5-874E-9CB4-3D5DA2A82B8E}"/>
              </a:ext>
            </a:extLst>
          </p:cNvPr>
          <p:cNvSpPr txBox="1"/>
          <p:nvPr userDrawn="1"/>
        </p:nvSpPr>
        <p:spPr>
          <a:xfrm>
            <a:off x="10844264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0088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4E74D57-75EE-47EE-BA67-188DFE918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8C10952F-BEB3-4B15-B210-69BD49BEF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C2B6F8-5270-4AAC-84AB-07CDF49EF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4323" y="2306803"/>
            <a:ext cx="1100255" cy="811844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F6A1D8-A2CC-4923-A16C-DDC0AE265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2" idx="6"/>
          </p:cNvCxnSpPr>
          <p:nvPr userDrawn="1"/>
        </p:nvCxnSpPr>
        <p:spPr>
          <a:xfrm flipH="1" flipV="1">
            <a:off x="4088131" y="3768354"/>
            <a:ext cx="1076811" cy="343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A94BF1-70EF-4657-9FD2-7268FCDD2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351149" y="4424935"/>
            <a:ext cx="1103427" cy="811844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6D69FB-8A1F-404E-954A-39D19CE8E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760868" y="4424935"/>
            <a:ext cx="1100255" cy="81872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3F1246-E233-4D62-8729-6E01225C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1" idx="6"/>
          </p:cNvCxnSpPr>
          <p:nvPr userDrawn="1"/>
        </p:nvCxnSpPr>
        <p:spPr>
          <a:xfrm>
            <a:off x="7031409" y="3771791"/>
            <a:ext cx="1076811" cy="343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1E2D7D-D261-4A75-B9BC-0BBF0469A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760868" y="2299927"/>
            <a:ext cx="1100255" cy="81872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9" name="Овал 14">
            <a:extLst>
              <a:ext uri="{FF2B5EF4-FFF2-40B4-BE49-F238E27FC236}">
                <a16:creationId xmlns:a16="http://schemas.microsoft.com/office/drawing/2014/main" id="{4AA732B5-FC4B-4A01-AFB1-F5DEB4AE2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43628" y="2566119"/>
            <a:ext cx="2532975" cy="2532971"/>
          </a:xfrm>
          <a:prstGeom prst="ellipse">
            <a:avLst/>
          </a:prstGeom>
          <a:solidFill>
            <a:srgbClr val="092C74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675" b="0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Овал 14">
            <a:extLst>
              <a:ext uri="{FF2B5EF4-FFF2-40B4-BE49-F238E27FC236}">
                <a16:creationId xmlns:a16="http://schemas.microsoft.com/office/drawing/2014/main" id="{2AF27178-6C1A-4F27-A92C-C18958EBB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88132" y="2033736"/>
            <a:ext cx="532385" cy="532385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675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0" name="Овал 14">
            <a:extLst>
              <a:ext uri="{FF2B5EF4-FFF2-40B4-BE49-F238E27FC236}">
                <a16:creationId xmlns:a16="http://schemas.microsoft.com/office/drawing/2014/main" id="{BE0CD8D1-17DB-40F6-A65E-4DCA16673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594930" y="2040612"/>
            <a:ext cx="532385" cy="532385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675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1" name="Овал 14">
            <a:extLst>
              <a:ext uri="{FF2B5EF4-FFF2-40B4-BE49-F238E27FC236}">
                <a16:creationId xmlns:a16="http://schemas.microsoft.com/office/drawing/2014/main" id="{DBF77BC9-726B-446A-B583-7B15877E0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108221" y="3509038"/>
            <a:ext cx="532385" cy="532385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675" b="0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2" name="Овал 14">
            <a:extLst>
              <a:ext uri="{FF2B5EF4-FFF2-40B4-BE49-F238E27FC236}">
                <a16:creationId xmlns:a16="http://schemas.microsoft.com/office/drawing/2014/main" id="{76B86DC7-34B6-4403-88DE-EA9DD47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55746" y="3502161"/>
            <a:ext cx="532385" cy="532385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675" b="0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3" name="Овал 14">
            <a:extLst>
              <a:ext uri="{FF2B5EF4-FFF2-40B4-BE49-F238E27FC236}">
                <a16:creationId xmlns:a16="http://schemas.microsoft.com/office/drawing/2014/main" id="{F641A164-CB54-4FBB-8A1F-C73AFBF78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88132" y="4970588"/>
            <a:ext cx="532385" cy="532385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675" b="0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4" name="Овал 14">
            <a:extLst>
              <a:ext uri="{FF2B5EF4-FFF2-40B4-BE49-F238E27FC236}">
                <a16:creationId xmlns:a16="http://schemas.microsoft.com/office/drawing/2014/main" id="{499DA529-A0FF-4067-8AEF-3FDE2C3A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594930" y="4977464"/>
            <a:ext cx="532385" cy="532385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675" b="0" i="0" u="none" strike="noStrike" kern="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3" name="Chart Title">
            <a:extLst>
              <a:ext uri="{FF2B5EF4-FFF2-40B4-BE49-F238E27FC236}">
                <a16:creationId xmlns:a16="http://schemas.microsoft.com/office/drawing/2014/main" id="{7ED65BE2-48E9-41D2-AD5F-16BB3D7278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38428" y="3351787"/>
            <a:ext cx="2515144" cy="81967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Add Title</a:t>
            </a:r>
          </a:p>
        </p:txBody>
      </p:sp>
      <p:sp>
        <p:nvSpPr>
          <p:cNvPr id="37" name="Item 1 Text">
            <a:extLst>
              <a:ext uri="{FF2B5EF4-FFF2-40B4-BE49-F238E27FC236}">
                <a16:creationId xmlns:a16="http://schemas.microsoft.com/office/drawing/2014/main" id="{FED8E20B-6C3E-473E-BA6C-6A8BF54389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893" y="2034627"/>
            <a:ext cx="3201956" cy="544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Item 2 Text">
            <a:extLst>
              <a:ext uri="{FF2B5EF4-FFF2-40B4-BE49-F238E27FC236}">
                <a16:creationId xmlns:a16="http://schemas.microsoft.com/office/drawing/2014/main" id="{2A5E3286-0F43-4B4B-83AD-89ECE01046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60456" y="3489451"/>
            <a:ext cx="2665013" cy="544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6C886B0A-F7FB-443C-8E9D-431704D361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891" y="4958622"/>
            <a:ext cx="3201956" cy="544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4" name="Item 4 Text">
            <a:extLst>
              <a:ext uri="{FF2B5EF4-FFF2-40B4-BE49-F238E27FC236}">
                <a16:creationId xmlns:a16="http://schemas.microsoft.com/office/drawing/2014/main" id="{1200382F-6E85-4643-BB97-D08B303CAF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78151" y="2028646"/>
            <a:ext cx="3214296" cy="544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Item 5 Text">
            <a:extLst>
              <a:ext uri="{FF2B5EF4-FFF2-40B4-BE49-F238E27FC236}">
                <a16:creationId xmlns:a16="http://schemas.microsoft.com/office/drawing/2014/main" id="{A7860D47-F00A-4556-8C9B-6F0BF7E0FE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70881" y="3492267"/>
            <a:ext cx="2670483" cy="544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Item 6 Text">
            <a:extLst>
              <a:ext uri="{FF2B5EF4-FFF2-40B4-BE49-F238E27FC236}">
                <a16:creationId xmlns:a16="http://schemas.microsoft.com/office/drawing/2014/main" id="{84A6D190-21EB-4D6C-B656-9DBD1F0A60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78151" y="4964603"/>
            <a:ext cx="3214296" cy="544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6" name="Page Number">
            <a:extLst>
              <a:ext uri="{FF2B5EF4-FFF2-40B4-BE49-F238E27FC236}">
                <a16:creationId xmlns:a16="http://schemas.microsoft.com/office/drawing/2014/main" id="{04C681CD-365D-47CC-8E66-4F0907AE9E9A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8" name="WSE logo">
            <a:extLst>
              <a:ext uri="{FF2B5EF4-FFF2-40B4-BE49-F238E27FC236}">
                <a16:creationId xmlns:a16="http://schemas.microsoft.com/office/drawing/2014/main" id="{0CEDB7AD-CD61-4E2F-A8BB-6836F873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460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2688A55F-975D-4F71-93A6-A10CD71A8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64253"/>
            <a:ext cx="10780553" cy="1121961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4" name="Statistic 1 Title">
            <a:extLst>
              <a:ext uri="{FF2B5EF4-FFF2-40B4-BE49-F238E27FC236}">
                <a16:creationId xmlns:a16="http://schemas.microsoft.com/office/drawing/2014/main" id="{A2828BA5-8825-421A-93CA-412CC2166D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90370" y="1802649"/>
            <a:ext cx="2525959" cy="359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5" name="Statistic 1 Text">
            <a:extLst>
              <a:ext uri="{FF2B5EF4-FFF2-40B4-BE49-F238E27FC236}">
                <a16:creationId xmlns:a16="http://schemas.microsoft.com/office/drawing/2014/main" id="{9AACFF7D-2C0A-4B7F-AF8F-7484D3D4FD4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90370" y="2172372"/>
            <a:ext cx="2525959" cy="5164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3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Bar 1">
            <a:extLst>
              <a:ext uri="{FF2B5EF4-FFF2-40B4-BE49-F238E27FC236}">
                <a16:creationId xmlns:a16="http://schemas.microsoft.com/office/drawing/2014/main" id="{93D57781-D93A-442A-96CE-A747726F174D}"/>
              </a:ext>
            </a:extLst>
          </p:cNvPr>
          <p:cNvSpPr/>
          <p:nvPr userDrawn="1"/>
        </p:nvSpPr>
        <p:spPr>
          <a:xfrm>
            <a:off x="4639942" y="1881127"/>
            <a:ext cx="4912599" cy="656223"/>
          </a:xfrm>
          <a:prstGeom prst="roundRect">
            <a:avLst>
              <a:gd name="adj" fmla="val 50000"/>
            </a:avLst>
          </a:prstGeom>
          <a:solidFill>
            <a:srgbClr val="C0C0C8">
              <a:lumMod val="40000"/>
              <a:lumOff val="60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1" name="Statistic 1">
            <a:extLst>
              <a:ext uri="{FF2B5EF4-FFF2-40B4-BE49-F238E27FC236}">
                <a16:creationId xmlns:a16="http://schemas.microsoft.com/office/drawing/2014/main" id="{D6B9C495-8208-4219-982B-220ABA0EEF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68423" y="1955329"/>
            <a:ext cx="1354488" cy="507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00%</a:t>
            </a:r>
          </a:p>
        </p:txBody>
      </p:sp>
      <p:sp>
        <p:nvSpPr>
          <p:cNvPr id="46" name="Statistic 2 Title">
            <a:extLst>
              <a:ext uri="{FF2B5EF4-FFF2-40B4-BE49-F238E27FC236}">
                <a16:creationId xmlns:a16="http://schemas.microsoft.com/office/drawing/2014/main" id="{D3EBB2D5-A2D5-4365-859D-51DA028D3DC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90370" y="3247644"/>
            <a:ext cx="2525959" cy="359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7" name="Statistic 2 Text">
            <a:extLst>
              <a:ext uri="{FF2B5EF4-FFF2-40B4-BE49-F238E27FC236}">
                <a16:creationId xmlns:a16="http://schemas.microsoft.com/office/drawing/2014/main" id="{7BC65CCB-9363-4D63-A4D4-DD49F03D14C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90370" y="3617368"/>
            <a:ext cx="2525959" cy="5120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3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Bar 2">
            <a:extLst>
              <a:ext uri="{FF2B5EF4-FFF2-40B4-BE49-F238E27FC236}">
                <a16:creationId xmlns:a16="http://schemas.microsoft.com/office/drawing/2014/main" id="{3F19ABFC-9EDB-4279-9B2E-370828358ADD}"/>
              </a:ext>
            </a:extLst>
          </p:cNvPr>
          <p:cNvSpPr/>
          <p:nvPr userDrawn="1"/>
        </p:nvSpPr>
        <p:spPr>
          <a:xfrm>
            <a:off x="4628344" y="3289257"/>
            <a:ext cx="4928061" cy="656223"/>
          </a:xfrm>
          <a:prstGeom prst="roundRect">
            <a:avLst>
              <a:gd name="adj" fmla="val 50000"/>
            </a:avLst>
          </a:prstGeom>
          <a:solidFill>
            <a:srgbClr val="C0C0C8">
              <a:lumMod val="40000"/>
              <a:lumOff val="60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2" name="Statistic 2">
            <a:extLst>
              <a:ext uri="{FF2B5EF4-FFF2-40B4-BE49-F238E27FC236}">
                <a16:creationId xmlns:a16="http://schemas.microsoft.com/office/drawing/2014/main" id="{D690B0D4-8B26-487C-8441-16F00BBA05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68423" y="3356136"/>
            <a:ext cx="1354488" cy="507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0072C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00%</a:t>
            </a:r>
          </a:p>
        </p:txBody>
      </p:sp>
      <p:sp>
        <p:nvSpPr>
          <p:cNvPr id="48" name="Statistic 3 Title">
            <a:extLst>
              <a:ext uri="{FF2B5EF4-FFF2-40B4-BE49-F238E27FC236}">
                <a16:creationId xmlns:a16="http://schemas.microsoft.com/office/drawing/2014/main" id="{63C7A322-1A38-4A5A-B964-E5BE146FBDB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90370" y="4695068"/>
            <a:ext cx="2525959" cy="359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Statistic 3 Text">
            <a:extLst>
              <a:ext uri="{FF2B5EF4-FFF2-40B4-BE49-F238E27FC236}">
                <a16:creationId xmlns:a16="http://schemas.microsoft.com/office/drawing/2014/main" id="{4F0EDD56-AE2E-40F4-940B-756962CEFEE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90370" y="5074544"/>
            <a:ext cx="2525959" cy="5120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3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Bar 3">
            <a:extLst>
              <a:ext uri="{FF2B5EF4-FFF2-40B4-BE49-F238E27FC236}">
                <a16:creationId xmlns:a16="http://schemas.microsoft.com/office/drawing/2014/main" id="{7528A176-E210-49E6-95A5-644F8EDF274A}"/>
              </a:ext>
            </a:extLst>
          </p:cNvPr>
          <p:cNvSpPr/>
          <p:nvPr userDrawn="1"/>
        </p:nvSpPr>
        <p:spPr>
          <a:xfrm>
            <a:off x="4632209" y="4771119"/>
            <a:ext cx="4920331" cy="656223"/>
          </a:xfrm>
          <a:prstGeom prst="roundRect">
            <a:avLst>
              <a:gd name="adj" fmla="val 50000"/>
            </a:avLst>
          </a:prstGeom>
          <a:solidFill>
            <a:srgbClr val="C0C0C8">
              <a:lumMod val="40000"/>
              <a:lumOff val="6000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1" i="0" u="none" strike="noStrike" kern="0" cap="none" spc="0" normalizeH="0" baseline="0" noProof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3" name="Statistic 3">
            <a:extLst>
              <a:ext uri="{FF2B5EF4-FFF2-40B4-BE49-F238E27FC236}">
                <a16:creationId xmlns:a16="http://schemas.microsoft.com/office/drawing/2014/main" id="{FE09346B-1C78-4805-9F48-8CD3F17FAE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68423" y="4847749"/>
            <a:ext cx="1354488" cy="507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noProof="0"/>
              <a:t>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E0E137-7C7D-4AE8-9803-F4EF3CB1D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Page Number">
            <a:extLst>
              <a:ext uri="{FF2B5EF4-FFF2-40B4-BE49-F238E27FC236}">
                <a16:creationId xmlns:a16="http://schemas.microsoft.com/office/drawing/2014/main" id="{58463118-2D51-43BB-B06A-C167F59A370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D2618F72-DEAB-49F5-8AE3-9710A790B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5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5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779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707" r:id="rId1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4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7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yzhou276@jh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zhou276/Computer-Architecture-Projec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40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zhou276/Computer-Architecture-Project" TargetMode="External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C2DA-86A7-4A22-A4FA-5B6976DA6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739" y="2278164"/>
            <a:ext cx="10944664" cy="1435124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Custom Log2 and Square Root ISA Extension </a:t>
            </a:r>
            <a:b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for RISC-V Pipelined  RV32IM with FPGA Acceleration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41F90-1995-475F-BA1E-B1A9354A4F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666" y="3951827"/>
            <a:ext cx="10958737" cy="1246338"/>
          </a:xfrm>
        </p:spPr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Yuchen Zhou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Email: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yzhou276@jh.edu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3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2902-F443-487B-B24F-ABF2522E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4DD8B-46EE-4CDB-B35E-88580B75F3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RISCV Architecture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FPGA Implementation of LOG2 and 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Performance Comparison between application specific module and standard RV32IM computation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LOG2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Plan and Future Efforts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62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C23E-04BF-44A2-9F34-C2442262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33BB2-9A29-4D7E-A246-D2859A74C7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894" y="1039439"/>
            <a:ext cx="4883668" cy="4918193"/>
          </a:xfrm>
        </p:spPr>
        <p:txBody>
          <a:bodyPr/>
          <a:lstStyle/>
          <a:p>
            <a:r>
              <a:rPr lang="en-US" sz="1400" b="1" dirty="0"/>
              <a:t>Goal</a:t>
            </a:r>
          </a:p>
          <a:p>
            <a:pPr lvl="1"/>
            <a:r>
              <a:rPr lang="en-US" sz="1400" dirty="0"/>
              <a:t>Accelerate integer </a:t>
            </a:r>
            <a:r>
              <a:rPr lang="en-US" sz="1400" b="1" dirty="0"/>
              <a:t>sqrt</a:t>
            </a:r>
            <a:r>
              <a:rPr lang="en-US" sz="1400" dirty="0"/>
              <a:t> and </a:t>
            </a:r>
            <a:r>
              <a:rPr lang="en-US" sz="1400" b="1" dirty="0"/>
              <a:t>log2 </a:t>
            </a:r>
            <a:r>
              <a:rPr lang="en-US" sz="1400" dirty="0"/>
              <a:t>computation on RV32IM using custom ISA instructions + FPGA hardware</a:t>
            </a:r>
          </a:p>
          <a:p>
            <a:r>
              <a:rPr lang="en-US" sz="1400" b="1" dirty="0"/>
              <a:t>Motivation</a:t>
            </a:r>
          </a:p>
          <a:p>
            <a:pPr lvl="1"/>
            <a:r>
              <a:rPr lang="en-US" sz="1400" dirty="0"/>
              <a:t>Software implementations require </a:t>
            </a:r>
            <a:r>
              <a:rPr lang="en-US" sz="1400" b="1" dirty="0"/>
              <a:t>~80–200</a:t>
            </a:r>
            <a:r>
              <a:rPr lang="en-US" sz="1400" dirty="0"/>
              <a:t>+ cycles</a:t>
            </a:r>
          </a:p>
          <a:p>
            <a:pPr lvl="1"/>
            <a:r>
              <a:rPr lang="en-US" sz="1400" dirty="0"/>
              <a:t>Hardware can compute results in </a:t>
            </a:r>
            <a:r>
              <a:rPr lang="en-US" sz="1400" b="1" dirty="0"/>
              <a:t>~1–20 </a:t>
            </a:r>
            <a:r>
              <a:rPr lang="en-US" sz="1400" dirty="0"/>
              <a:t>cycles</a:t>
            </a:r>
          </a:p>
          <a:p>
            <a:r>
              <a:rPr lang="en-US" sz="1400" b="1" dirty="0"/>
              <a:t>Approach</a:t>
            </a:r>
          </a:p>
          <a:p>
            <a:pPr lvl="1"/>
            <a:r>
              <a:rPr lang="en-US" sz="1400" dirty="0"/>
              <a:t>Add custom R-type instructions:</a:t>
            </a:r>
          </a:p>
          <a:p>
            <a:pPr lvl="2"/>
            <a:r>
              <a:rPr lang="en-US" sz="1400" dirty="0"/>
              <a:t>sqrt </a:t>
            </a:r>
            <a:r>
              <a:rPr lang="en-US" sz="1400" dirty="0" err="1"/>
              <a:t>rd</a:t>
            </a:r>
            <a:r>
              <a:rPr lang="en-US" sz="1400" dirty="0"/>
              <a:t>, rs1 → floor(√x)</a:t>
            </a:r>
          </a:p>
          <a:p>
            <a:pPr lvl="2"/>
            <a:r>
              <a:rPr lang="en-US" sz="1400" dirty="0"/>
              <a:t>log2 </a:t>
            </a:r>
            <a:r>
              <a:rPr lang="en-US" sz="1400" dirty="0" err="1"/>
              <a:t>rd</a:t>
            </a:r>
            <a:r>
              <a:rPr lang="en-US" sz="1400" dirty="0"/>
              <a:t>, rs1 → ceil(log₂(x))</a:t>
            </a:r>
          </a:p>
          <a:p>
            <a:pPr lvl="1"/>
            <a:r>
              <a:rPr lang="en-US" sz="1400" dirty="0"/>
              <a:t>Implement dedicated hardware modules</a:t>
            </a:r>
          </a:p>
          <a:p>
            <a:pPr lvl="1"/>
            <a:r>
              <a:rPr lang="en-US" sz="1400" dirty="0"/>
              <a:t>Integrate into </a:t>
            </a:r>
            <a:r>
              <a:rPr lang="en-US" sz="1400" b="1" dirty="0"/>
              <a:t>RV32IM</a:t>
            </a:r>
            <a:r>
              <a:rPr lang="en-US" sz="1400" dirty="0"/>
              <a:t> pipeline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D1DA40D-8A92-4D74-B15A-01CF6F6FBB60}"/>
              </a:ext>
            </a:extLst>
          </p:cNvPr>
          <p:cNvSpPr txBox="1">
            <a:spLocks/>
          </p:cNvSpPr>
          <p:nvPr/>
        </p:nvSpPr>
        <p:spPr>
          <a:xfrm>
            <a:off x="6596440" y="1039438"/>
            <a:ext cx="4896006" cy="4918193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2133" b="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 marL="761981" indent="-304792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92C74"/>
              </a:buClr>
              <a:buFont typeface="Courier New" panose="02070309020205020404" pitchFamily="49" charset="0"/>
              <a:buChar char="o"/>
              <a:defRPr sz="2133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1219170" indent="-304792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92C74"/>
              </a:buClr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Key</a:t>
            </a:r>
            <a:r>
              <a:rPr lang="en-US" sz="1400" dirty="0"/>
              <a:t> </a:t>
            </a:r>
            <a:r>
              <a:rPr lang="en-US" sz="1400" b="1" dirty="0"/>
              <a:t>Ideas</a:t>
            </a:r>
          </a:p>
          <a:p>
            <a:pPr lvl="1"/>
            <a:r>
              <a:rPr lang="en-US" sz="1400" dirty="0"/>
              <a:t>Replace iterative software:</a:t>
            </a:r>
          </a:p>
          <a:p>
            <a:pPr lvl="2"/>
            <a:r>
              <a:rPr lang="en-US" sz="1400" dirty="0"/>
              <a:t>log2 → shift loop (O(N))</a:t>
            </a:r>
          </a:p>
          <a:p>
            <a:pPr lvl="2"/>
            <a:r>
              <a:rPr lang="en-US" sz="1400" dirty="0"/>
              <a:t>sqrt → Newton / restoring (multi-cycle)</a:t>
            </a:r>
          </a:p>
          <a:p>
            <a:pPr lvl="1"/>
            <a:r>
              <a:rPr lang="en-US" sz="1400" dirty="0"/>
              <a:t>With hardware:</a:t>
            </a:r>
          </a:p>
          <a:p>
            <a:pPr lvl="2"/>
            <a:r>
              <a:rPr lang="en-US" sz="1400" dirty="0"/>
              <a:t>log2 → leading-one detector (O(1))</a:t>
            </a:r>
          </a:p>
          <a:p>
            <a:pPr lvl="2"/>
            <a:r>
              <a:rPr lang="en-US" sz="1400" dirty="0"/>
              <a:t>sqrt → dedicated </a:t>
            </a:r>
            <a:r>
              <a:rPr lang="en-US" sz="1400" dirty="0" err="1"/>
              <a:t>datapath</a:t>
            </a:r>
            <a:endParaRPr lang="en-US" sz="1400" dirty="0"/>
          </a:p>
          <a:p>
            <a:r>
              <a:rPr lang="en-US" sz="1400" b="1" dirty="0"/>
              <a:t>Evaluation</a:t>
            </a:r>
          </a:p>
          <a:p>
            <a:pPr lvl="1"/>
            <a:r>
              <a:rPr lang="en-US" sz="1400" dirty="0"/>
              <a:t>Compare software vs hardware latency</a:t>
            </a:r>
          </a:p>
          <a:p>
            <a:pPr lvl="1"/>
            <a:r>
              <a:rPr lang="en-US" sz="1400" dirty="0"/>
              <a:t>Measure cycle count reduction &amp; speedup</a:t>
            </a:r>
          </a:p>
          <a:p>
            <a:r>
              <a:rPr lang="en-US" sz="1400" b="1" dirty="0"/>
              <a:t>Platform</a:t>
            </a:r>
          </a:p>
          <a:p>
            <a:pPr lvl="1"/>
            <a:r>
              <a:rPr lang="en-US" sz="1400" dirty="0"/>
              <a:t>Pipelined RV32IM RISC-V Architecture on Nexys A7</a:t>
            </a:r>
          </a:p>
          <a:p>
            <a:pPr lvl="1"/>
            <a:r>
              <a:rPr lang="en-US" sz="1400" dirty="0"/>
              <a:t>MATLAB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45801-4D87-4F3E-BA5E-D51D8C77CC95}"/>
              </a:ext>
            </a:extLst>
          </p:cNvPr>
          <p:cNvSpPr txBox="1"/>
          <p:nvPr/>
        </p:nvSpPr>
        <p:spPr>
          <a:xfrm>
            <a:off x="1697295" y="5378139"/>
            <a:ext cx="8797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Repository: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https://github.com/yzhou276/Computer-Architecture-Project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48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62C9-6CAC-45D1-A656-36241664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Root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EBE58-0052-4991-85FD-D0B44F9667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893" y="1039439"/>
            <a:ext cx="4766079" cy="4918193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Non-Restoring Method</a:t>
            </a:r>
          </a:p>
          <a:p>
            <a:r>
              <a:rPr lang="en-US" sz="1400" dirty="0"/>
              <a:t>Uses only </a:t>
            </a:r>
            <a:r>
              <a:rPr lang="en-US" sz="1400" b="1" dirty="0"/>
              <a:t>shift, add, subtract</a:t>
            </a:r>
            <a:r>
              <a:rPr lang="en-US" sz="1400" dirty="0"/>
              <a:t> (no division/multiplication) </a:t>
            </a:r>
          </a:p>
          <a:p>
            <a:r>
              <a:rPr lang="en-US" sz="1400" dirty="0"/>
              <a:t>Simple and deterministic hardware </a:t>
            </a:r>
          </a:p>
          <a:p>
            <a:r>
              <a:rPr lang="en-US" sz="1400" dirty="0"/>
              <a:t>Latency scales linearly (</a:t>
            </a:r>
            <a:r>
              <a:rPr lang="en-US" sz="1400" b="1" dirty="0"/>
              <a:t>~N/2 cycles for N-bit input</a:t>
            </a:r>
            <a:r>
              <a:rPr lang="en-US" sz="1400" dirty="0"/>
              <a:t>) </a:t>
            </a:r>
          </a:p>
          <a:p>
            <a:r>
              <a:rPr lang="en-US" sz="1400" dirty="0"/>
              <a:t>Easy to integrate into pipeline with </a:t>
            </a:r>
            <a:r>
              <a:rPr lang="en-US" sz="1400" b="1" dirty="0"/>
              <a:t>predictable timing</a:t>
            </a:r>
            <a:r>
              <a:rPr lang="en-US" sz="1400" dirty="0"/>
              <a:t> </a:t>
            </a:r>
          </a:p>
          <a:p>
            <a:r>
              <a:rPr lang="en-US" sz="1400" dirty="0"/>
              <a:t>Lower design complexity and verification effort</a:t>
            </a:r>
          </a:p>
          <a:p>
            <a:pPr algn="ctr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FDFF23-9F30-432C-BEC8-358A2E5B5A2C}"/>
              </a:ext>
            </a:extLst>
          </p:cNvPr>
          <p:cNvSpPr txBox="1">
            <a:spLocks/>
          </p:cNvSpPr>
          <p:nvPr/>
        </p:nvSpPr>
        <p:spPr>
          <a:xfrm>
            <a:off x="6096000" y="1039438"/>
            <a:ext cx="4766079" cy="4918193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2133" b="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 marL="761981" indent="-304792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92C74"/>
              </a:buClr>
              <a:buFont typeface="Courier New" panose="02070309020205020404" pitchFamily="49" charset="0"/>
              <a:buChar char="o"/>
              <a:defRPr sz="2133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1219170" indent="-304792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92C74"/>
              </a:buClr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Newton Raphson Method</a:t>
            </a:r>
          </a:p>
          <a:p>
            <a:r>
              <a:rPr lang="en-US" sz="1400" b="1" dirty="0"/>
              <a:t>Fewer</a:t>
            </a:r>
            <a:r>
              <a:rPr lang="en-US" sz="1400" dirty="0"/>
              <a:t> iterations (fast convergence) </a:t>
            </a:r>
          </a:p>
          <a:p>
            <a:r>
              <a:rPr lang="en-US" sz="1400" dirty="0"/>
              <a:t>But each iteration </a:t>
            </a:r>
            <a:r>
              <a:rPr lang="en-US" sz="1400" b="1" dirty="0"/>
              <a:t>requires division/multiplication </a:t>
            </a:r>
          </a:p>
          <a:p>
            <a:r>
              <a:rPr lang="en-US" sz="1400" dirty="0"/>
              <a:t>Higher per-iteration cost and control complexity </a:t>
            </a:r>
          </a:p>
          <a:p>
            <a:r>
              <a:rPr lang="en-US" sz="1400" dirty="0"/>
              <a:t>Overall latency </a:t>
            </a:r>
            <a:r>
              <a:rPr lang="en-US" sz="1400" b="1" dirty="0"/>
              <a:t>may not be lower</a:t>
            </a:r>
            <a:r>
              <a:rPr lang="en-US" sz="1400" dirty="0"/>
              <a:t> in hardware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537C1-3A20-4D30-A888-C3985CEFF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642" y="3429000"/>
            <a:ext cx="2376716" cy="31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4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027F-1F6D-4669-AC50-B144BED5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R-type Instruction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BA430-ABFE-41EC-9D28-9A7B391B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258" y="1474870"/>
            <a:ext cx="8809483" cy="169178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B7C16E-2DC5-45E1-BFAE-B1D741C54F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707"/>
          <a:stretch/>
        </p:blipFill>
        <p:spPr>
          <a:xfrm>
            <a:off x="3471495" y="3691344"/>
            <a:ext cx="4529505" cy="9716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0955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2902-F443-487B-B24F-ABF2522E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RISCV Architecture Update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4DD8B-46EE-4CDB-B35E-88580B75F3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RISCV Architecture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FPGA Implementation of LOG2 and 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Performance Comparison between application specific module and standard RV32IM computation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LOG2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Plan and Future Efforts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012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7A5CAF-9336-49CF-9FC0-CDDA107E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 Stage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28BDD-B527-47C5-837A-C521FEA6EB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dirty="0"/>
              <a:t>Decode </a:t>
            </a:r>
            <a:r>
              <a:rPr lang="en-US" sz="1800" b="0" i="0" dirty="0">
                <a:effectLst/>
              </a:rPr>
              <a:t>two custom R-type instructions for </a:t>
            </a:r>
            <a:r>
              <a:rPr lang="en-US" sz="1800" b="1" dirty="0">
                <a:latin typeface="Consolas" panose="020B0609020204030204" pitchFamily="49" charset="0"/>
              </a:rPr>
              <a:t>i_log2 </a:t>
            </a:r>
            <a:r>
              <a:rPr lang="en-US" sz="1800" dirty="0"/>
              <a:t>and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latin typeface="Consolas" panose="020B0609020204030204" pitchFamily="49" charset="0"/>
              </a:rPr>
              <a:t>i_sqrt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</a:p>
          <a:p>
            <a:r>
              <a:rPr lang="en-US" sz="1800" b="1" dirty="0"/>
              <a:t>Forwarding source list </a:t>
            </a:r>
            <a:r>
              <a:rPr lang="en-US" sz="1800" dirty="0"/>
              <a:t>— added </a:t>
            </a:r>
            <a:r>
              <a:rPr lang="en-US" sz="1800" b="1" dirty="0">
                <a:latin typeface="Consolas" panose="020B0609020204030204" pitchFamily="49" charset="0"/>
              </a:rPr>
              <a:t>i_log2 | </a:t>
            </a:r>
            <a:r>
              <a:rPr lang="en-US" sz="1800" b="1" dirty="0" err="1">
                <a:latin typeface="Consolas" panose="020B0609020204030204" pitchFamily="49" charset="0"/>
              </a:rPr>
              <a:t>i_sqrt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to </a:t>
            </a:r>
            <a:r>
              <a:rPr lang="en-US" sz="1800" b="1" dirty="0">
                <a:latin typeface="Consolas" panose="020B0609020204030204" pitchFamily="49" charset="0"/>
              </a:rPr>
              <a:t>i_rs1 </a:t>
            </a:r>
            <a:r>
              <a:rPr lang="en-US" sz="1800" dirty="0"/>
              <a:t>so the forwarding mux supplies the freshest rs1 value to the ALU/sqrt unit </a:t>
            </a:r>
          </a:p>
          <a:p>
            <a:r>
              <a:rPr lang="en-US" sz="1800" b="1" dirty="0"/>
              <a:t>Writeback enable </a:t>
            </a:r>
            <a:r>
              <a:rPr lang="en-US" sz="1800" dirty="0"/>
              <a:t>— included </a:t>
            </a:r>
            <a:r>
              <a:rPr lang="en-US" sz="1800" b="1" dirty="0" err="1">
                <a:latin typeface="Consolas" panose="020B0609020204030204" pitchFamily="49" charset="0"/>
              </a:rPr>
              <a:t>i_sqrt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| </a:t>
            </a:r>
            <a:r>
              <a:rPr lang="en-US" sz="1800" b="1" dirty="0">
                <a:latin typeface="Consolas" panose="020B0609020204030204" pitchFamily="49" charset="0"/>
              </a:rPr>
              <a:t>i_log2 </a:t>
            </a:r>
            <a:r>
              <a:rPr lang="en-US" sz="1800" dirty="0"/>
              <a:t>in the </a:t>
            </a:r>
            <a:r>
              <a:rPr lang="en-US" sz="1800" b="1" dirty="0" err="1">
                <a:latin typeface="Consolas" panose="020B0609020204030204" pitchFamily="49" charset="0"/>
              </a:rPr>
              <a:t>wreg</a:t>
            </a:r>
            <a:r>
              <a:rPr lang="en-US" sz="1800" dirty="0"/>
              <a:t> signal so destination register </a:t>
            </a:r>
            <a:r>
              <a:rPr lang="en-US" sz="1800" dirty="0" err="1">
                <a:latin typeface="Consolas" panose="020B0609020204030204" pitchFamily="49" charset="0"/>
              </a:rPr>
              <a:t>rd</a:t>
            </a:r>
            <a:r>
              <a:rPr lang="en-US" sz="1800" dirty="0"/>
              <a:t> is decoded.</a:t>
            </a:r>
          </a:p>
          <a:p>
            <a:r>
              <a:rPr lang="en-US" sz="1800" b="1" dirty="0"/>
              <a:t>ALU control bits </a:t>
            </a:r>
            <a:r>
              <a:rPr lang="en-US" sz="1800" dirty="0"/>
              <a:t>— </a:t>
            </a:r>
            <a:r>
              <a:rPr lang="en-US" sz="1800" b="1" dirty="0" err="1">
                <a:latin typeface="Consolas" panose="020B0609020204030204" pitchFamily="49" charset="0"/>
              </a:rPr>
              <a:t>aluc</a:t>
            </a:r>
            <a:r>
              <a:rPr lang="en-US" sz="1800" b="1" dirty="0">
                <a:latin typeface="Consolas" panose="020B0609020204030204" pitchFamily="49" charset="0"/>
              </a:rPr>
              <a:t>[3:1] </a:t>
            </a:r>
            <a:r>
              <a:rPr lang="en-US" sz="1800" dirty="0"/>
              <a:t>set to encode the new 4'b1110 (LOG2) opcode; the ALU then routes </a:t>
            </a:r>
            <a:r>
              <a:rPr lang="en-US" sz="1800" b="1" dirty="0">
                <a:latin typeface="Consolas" panose="020B0609020204030204" pitchFamily="49" charset="0"/>
              </a:rPr>
              <a:t>log2_result </a:t>
            </a:r>
            <a:r>
              <a:rPr lang="en-US" sz="1800" dirty="0"/>
              <a:t>through its </a:t>
            </a:r>
            <a:r>
              <a:rPr lang="en-US" sz="1800" dirty="0" err="1">
                <a:latin typeface="Consolas" panose="020B0609020204030204" pitchFamily="49" charset="0"/>
              </a:rPr>
              <a:t>casex</a:t>
            </a:r>
            <a:r>
              <a:rPr lang="en-US" sz="1800" dirty="0"/>
              <a:t>.</a:t>
            </a:r>
          </a:p>
          <a:p>
            <a:r>
              <a:rPr lang="en-US" sz="1800" dirty="0"/>
              <a:t>rv32m signal — </a:t>
            </a:r>
            <a:r>
              <a:rPr lang="en-US" sz="1800" b="1" dirty="0" err="1">
                <a:latin typeface="Consolas" panose="020B0609020204030204" pitchFamily="49" charset="0"/>
              </a:rPr>
              <a:t>i_sqrt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was added to the rv32m set (gates the EXE-stage c_rv32m mux), but left out of </a:t>
            </a:r>
            <a:r>
              <a:rPr lang="en-US" sz="1800" b="1" dirty="0">
                <a:latin typeface="Consolas" panose="020B0609020204030204" pitchFamily="49" charset="0"/>
              </a:rPr>
              <a:t>rv32m_fuse </a:t>
            </a:r>
            <a:r>
              <a:rPr lang="en-US" sz="1800" dirty="0"/>
              <a:t>so sqrt is not fused with </a:t>
            </a:r>
            <a:r>
              <a:rPr lang="en-US" sz="1800" b="1" dirty="0" err="1">
                <a:latin typeface="Consolas" panose="020B0609020204030204" pitchFamily="49" charset="0"/>
              </a:rPr>
              <a:t>mul</a:t>
            </a:r>
            <a:r>
              <a:rPr lang="en-US" sz="1800" b="1" dirty="0">
                <a:latin typeface="Consolas" panose="020B0609020204030204" pitchFamily="49" charset="0"/>
              </a:rPr>
              <a:t>/div</a:t>
            </a:r>
            <a:r>
              <a:rPr lang="en-US" sz="1800" dirty="0"/>
              <a:t>.</a:t>
            </a:r>
          </a:p>
          <a:p>
            <a:r>
              <a:rPr lang="en-US" sz="1800" dirty="0"/>
              <a:t>Sqrt control outputs:</a:t>
            </a:r>
          </a:p>
          <a:p>
            <a:pPr lvl="1"/>
            <a:r>
              <a:rPr lang="en-US" sz="1800" b="1" dirty="0">
                <a:latin typeface="Consolas" panose="020B0609020204030204" pitchFamily="49" charset="0"/>
              </a:rPr>
              <a:t>sqrt</a:t>
            </a:r>
            <a:r>
              <a:rPr lang="en-US" sz="1800" dirty="0"/>
              <a:t> — sustained "</a:t>
            </a:r>
            <a:r>
              <a:rPr lang="en-US" sz="1800" dirty="0" err="1"/>
              <a:t>i_sqrt</a:t>
            </a:r>
            <a:r>
              <a:rPr lang="en-US" sz="1800" dirty="0"/>
              <a:t> in ID" flag.</a:t>
            </a:r>
          </a:p>
          <a:p>
            <a:pPr lvl="1"/>
            <a:r>
              <a:rPr lang="en-US" sz="1800" b="1" dirty="0" err="1">
                <a:latin typeface="Consolas" panose="020B0609020204030204" pitchFamily="49" charset="0"/>
              </a:rPr>
              <a:t>start_sqrt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— one-cycle pulse generated by a </a:t>
            </a:r>
            <a:r>
              <a:rPr lang="en-US" sz="1800" dirty="0" err="1">
                <a:latin typeface="Consolas" panose="020B0609020204030204" pitchFamily="49" charset="0"/>
              </a:rPr>
              <a:t>PulseGenerator</a:t>
            </a:r>
            <a:r>
              <a:rPr lang="en-US" sz="1800" dirty="0"/>
              <a:t> on the rising edge of </a:t>
            </a:r>
            <a:r>
              <a:rPr lang="en-US" sz="1800" b="1" dirty="0" err="1">
                <a:latin typeface="Consolas" panose="020B0609020204030204" pitchFamily="49" charset="0"/>
              </a:rPr>
              <a:t>i_sqrt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(mirrors </a:t>
            </a:r>
            <a:r>
              <a:rPr lang="en-US" sz="1800" b="1" dirty="0" err="1">
                <a:latin typeface="Consolas" panose="020B0609020204030204" pitchFamily="49" charset="0"/>
              </a:rPr>
              <a:t>start_sdivide</a:t>
            </a:r>
            <a:r>
              <a:rPr lang="en-US" sz="1800" dirty="0"/>
              <a:t>).</a:t>
            </a:r>
          </a:p>
          <a:p>
            <a:r>
              <a:rPr lang="en-US" sz="1800" dirty="0"/>
              <a:t>Legality — both decodes added to the </a:t>
            </a:r>
            <a:r>
              <a:rPr lang="en-US" sz="1800" b="1" dirty="0" err="1">
                <a:latin typeface="Consolas" panose="020B0609020204030204" pitchFamily="49" charset="0"/>
              </a:rPr>
              <a:t>unimplemented_inst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exclusion list so they don't trap.</a:t>
            </a:r>
          </a:p>
        </p:txBody>
      </p:sp>
    </p:spTree>
    <p:extLst>
      <p:ext uri="{BB962C8B-B14F-4D97-AF65-F5344CB8AC3E}">
        <p14:creationId xmlns:p14="http://schemas.microsoft.com/office/powerpoint/2010/main" val="225432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C23E-04BF-44A2-9F34-C2442262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Execution Stage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11555-454B-4831-B48C-A8D1799FD9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894" y="1039440"/>
            <a:ext cx="10210340" cy="4989120"/>
          </a:xfrm>
        </p:spPr>
        <p:txBody>
          <a:bodyPr/>
          <a:lstStyle/>
          <a:p>
            <a:r>
              <a:rPr lang="en-US" sz="1800" dirty="0"/>
              <a:t>log2 — purely combinational inside </a:t>
            </a:r>
            <a:r>
              <a:rPr lang="en-US" sz="1800" dirty="0" err="1"/>
              <a:t>alu.v</a:t>
            </a:r>
            <a:r>
              <a:rPr lang="en-US" sz="1800" dirty="0"/>
              <a:t>: a </a:t>
            </a:r>
            <a:r>
              <a:rPr lang="en-US" sz="1800" b="1" dirty="0">
                <a:latin typeface="Consolas" panose="020B0609020204030204" pitchFamily="49" charset="0"/>
              </a:rPr>
              <a:t>ceil_log2_32 </a:t>
            </a:r>
            <a:r>
              <a:rPr lang="en-US" sz="1800" dirty="0"/>
              <a:t>block consumes a (</a:t>
            </a:r>
            <a:r>
              <a:rPr lang="en-US" sz="1800" b="1" dirty="0">
                <a:latin typeface="Consolas" panose="020B0609020204030204" pitchFamily="49" charset="0"/>
              </a:rPr>
              <a:t>rs1</a:t>
            </a:r>
            <a:r>
              <a:rPr lang="en-US" sz="1800" dirty="0"/>
              <a:t>) and emits </a:t>
            </a:r>
            <a:r>
              <a:rPr lang="en-US" sz="1800" b="1" dirty="0">
                <a:latin typeface="Consolas" panose="020B0609020204030204" pitchFamily="49" charset="0"/>
              </a:rPr>
              <a:t>log2_result</a:t>
            </a:r>
            <a:r>
              <a:rPr lang="en-US" sz="1800" dirty="0"/>
              <a:t>, selected by </a:t>
            </a:r>
            <a:r>
              <a:rPr lang="en-US" sz="1800" b="1" dirty="0" err="1">
                <a:latin typeface="Consolas" panose="020B0609020204030204" pitchFamily="49" charset="0"/>
              </a:rPr>
              <a:t>aluc</a:t>
            </a:r>
            <a:r>
              <a:rPr lang="en-US" sz="1800" b="1" dirty="0">
                <a:latin typeface="Consolas" panose="020B0609020204030204" pitchFamily="49" charset="0"/>
              </a:rPr>
              <a:t>==4'b1110</a:t>
            </a:r>
            <a:r>
              <a:rPr lang="en-US" sz="1800" dirty="0"/>
              <a:t>. No new ports, no stall.</a:t>
            </a:r>
          </a:p>
          <a:p>
            <a:r>
              <a:rPr lang="en-US" sz="1800" dirty="0"/>
              <a:t>sqrt — added the iterative accelerator on a separate path:</a:t>
            </a:r>
          </a:p>
          <a:p>
            <a:pPr lvl="1"/>
            <a:r>
              <a:rPr lang="en-US" sz="1800" dirty="0"/>
              <a:t>Instantiation of </a:t>
            </a:r>
            <a:r>
              <a:rPr lang="en-US" sz="1800" b="1" dirty="0">
                <a:latin typeface="Consolas" panose="020B0609020204030204" pitchFamily="49" charset="0"/>
              </a:rPr>
              <a:t>isqrt32_nonrestoring </a:t>
            </a:r>
            <a:r>
              <a:rPr lang="en-US" sz="1800" dirty="0"/>
              <a:t>driven by </a:t>
            </a:r>
            <a:r>
              <a:rPr lang="en-US" sz="1800" b="1" dirty="0" err="1">
                <a:latin typeface="Consolas" panose="020B0609020204030204" pitchFamily="49" charset="0"/>
              </a:rPr>
              <a:t>clk</a:t>
            </a:r>
            <a:r>
              <a:rPr lang="en-US" sz="1800" b="1" dirty="0">
                <a:latin typeface="Consolas" panose="020B0609020204030204" pitchFamily="49" charset="0"/>
              </a:rPr>
              <a:t>, </a:t>
            </a:r>
            <a:r>
              <a:rPr lang="en-US" sz="1800" b="1" dirty="0" err="1">
                <a:latin typeface="Consolas" panose="020B0609020204030204" pitchFamily="49" charset="0"/>
              </a:rPr>
              <a:t>clrn</a:t>
            </a:r>
            <a:r>
              <a:rPr lang="en-US" sz="1800" b="1" dirty="0">
                <a:latin typeface="Consolas" panose="020B0609020204030204" pitchFamily="49" charset="0"/>
              </a:rPr>
              <a:t> (as </a:t>
            </a:r>
            <a:r>
              <a:rPr lang="en-US" sz="1800" b="1" dirty="0" err="1">
                <a:latin typeface="Consolas" panose="020B0609020204030204" pitchFamily="49" charset="0"/>
              </a:rPr>
              <a:t>rst_n</a:t>
            </a:r>
            <a:r>
              <a:rPr lang="en-US" sz="1800" b="1" dirty="0">
                <a:latin typeface="Consolas" panose="020B0609020204030204" pitchFamily="49" charset="0"/>
              </a:rPr>
              <a:t>), </a:t>
            </a:r>
            <a:r>
              <a:rPr lang="en-US" sz="1800" b="1" dirty="0" err="1">
                <a:latin typeface="Consolas" panose="020B0609020204030204" pitchFamily="49" charset="0"/>
              </a:rPr>
              <a:t>estart_sqrt</a:t>
            </a:r>
            <a:r>
              <a:rPr lang="en-US" sz="1800" b="1" dirty="0">
                <a:latin typeface="Consolas" panose="020B0609020204030204" pitchFamily="49" charset="0"/>
              </a:rPr>
              <a:t> (start pulse), radicand=</a:t>
            </a:r>
            <a:r>
              <a:rPr lang="en-US" sz="1800" b="1" dirty="0" err="1">
                <a:latin typeface="Consolas" panose="020B0609020204030204" pitchFamily="49" charset="0"/>
              </a:rPr>
              <a:t>ea</a:t>
            </a:r>
            <a:r>
              <a:rPr lang="en-US" sz="1800" b="1" dirty="0">
                <a:latin typeface="Consolas" panose="020B0609020204030204" pitchFamily="49" charset="0"/>
              </a:rPr>
              <a:t> (forwarded rs1).</a:t>
            </a:r>
          </a:p>
          <a:p>
            <a:pPr lvl="1"/>
            <a:r>
              <a:rPr lang="en-US" sz="1800" dirty="0"/>
              <a:t>Outputs </a:t>
            </a:r>
            <a:r>
              <a:rPr lang="en-US" sz="1800" b="1" dirty="0" err="1">
                <a:latin typeface="Consolas" panose="020B0609020204030204" pitchFamily="49" charset="0"/>
              </a:rPr>
              <a:t>sqrt_busy</a:t>
            </a:r>
            <a:r>
              <a:rPr lang="en-US" sz="1800" b="1" dirty="0">
                <a:latin typeface="Consolas" panose="020B0609020204030204" pitchFamily="49" charset="0"/>
              </a:rPr>
              <a:t>, </a:t>
            </a:r>
            <a:r>
              <a:rPr lang="en-US" sz="1800" b="1" dirty="0" err="1">
                <a:latin typeface="Consolas" panose="020B0609020204030204" pitchFamily="49" charset="0"/>
              </a:rPr>
              <a:t>sqrt_done</a:t>
            </a:r>
            <a:r>
              <a:rPr lang="en-US" sz="1800" b="1" dirty="0">
                <a:latin typeface="Consolas" panose="020B0609020204030204" pitchFamily="49" charset="0"/>
              </a:rPr>
              <a:t>, </a:t>
            </a:r>
            <a:r>
              <a:rPr lang="en-US" sz="1800" b="1" dirty="0" err="1">
                <a:latin typeface="Consolas" panose="020B0609020204030204" pitchFamily="49" charset="0"/>
              </a:rPr>
              <a:t>sqrt_root</a:t>
            </a:r>
            <a:r>
              <a:rPr lang="en-US" sz="1800" b="1" dirty="0">
                <a:latin typeface="Consolas" panose="020B0609020204030204" pitchFamily="49" charset="0"/>
              </a:rPr>
              <a:t>[15:0], </a:t>
            </a:r>
            <a:r>
              <a:rPr lang="en-US" sz="1800" b="1" dirty="0" err="1">
                <a:latin typeface="Consolas" panose="020B0609020204030204" pitchFamily="49" charset="0"/>
              </a:rPr>
              <a:t>sqrt_remainder</a:t>
            </a:r>
            <a:r>
              <a:rPr lang="en-US" sz="1800" b="1" dirty="0">
                <a:latin typeface="Consolas" panose="020B0609020204030204" pitchFamily="49" charset="0"/>
              </a:rPr>
              <a:t>[16:0].</a:t>
            </a:r>
          </a:p>
          <a:p>
            <a:r>
              <a:rPr lang="en-US" sz="1800" dirty="0"/>
              <a:t>Result mux chain (last writer wins):</a:t>
            </a:r>
          </a:p>
          <a:p>
            <a:pPr lvl="1"/>
            <a:r>
              <a:rPr lang="en-US" sz="1800" b="1" dirty="0" err="1">
                <a:latin typeface="Consolas" panose="020B0609020204030204" pitchFamily="49" charset="0"/>
              </a:rPr>
              <a:t>alu</a:t>
            </a:r>
            <a:r>
              <a:rPr lang="en-US" sz="1800" b="1" dirty="0">
                <a:latin typeface="Consolas" panose="020B0609020204030204" pitchFamily="49" charset="0"/>
              </a:rPr>
              <a:t> → mux2(erv32m → c_rv32m) → mux2(</a:t>
            </a:r>
            <a:r>
              <a:rPr lang="en-US" sz="1800" b="1" dirty="0" err="1">
                <a:latin typeface="Consolas" panose="020B0609020204030204" pitchFamily="49" charset="0"/>
              </a:rPr>
              <a:t>esqrt</a:t>
            </a:r>
            <a:r>
              <a:rPr lang="en-US" sz="1800" b="1" dirty="0">
                <a:latin typeface="Consolas" panose="020B0609020204030204" pitchFamily="49" charset="0"/>
              </a:rPr>
              <a:t> → {16'd0, </a:t>
            </a:r>
            <a:r>
              <a:rPr lang="en-US" sz="1800" b="1" dirty="0" err="1">
                <a:latin typeface="Consolas" panose="020B0609020204030204" pitchFamily="49" charset="0"/>
              </a:rPr>
              <a:t>sqrt_root</a:t>
            </a:r>
            <a:r>
              <a:rPr lang="en-US" sz="1800" b="1" dirty="0">
                <a:latin typeface="Consolas" panose="020B0609020204030204" pitchFamily="49" charset="0"/>
              </a:rPr>
              <a:t>}) → </a:t>
            </a:r>
            <a:r>
              <a:rPr lang="en-US" sz="1800" b="1" dirty="0" err="1">
                <a:latin typeface="Consolas" panose="020B0609020204030204" pitchFamily="49" charset="0"/>
              </a:rPr>
              <a:t>eal</a:t>
            </a:r>
            <a:endParaRPr lang="en-US" sz="1800" b="1" dirty="0">
              <a:latin typeface="Consolas" panose="020B0609020204030204" pitchFamily="49" charset="0"/>
            </a:endParaRPr>
          </a:p>
          <a:p>
            <a:pPr lvl="1"/>
            <a:r>
              <a:rPr lang="en-US" sz="1800" dirty="0"/>
              <a:t>When </a:t>
            </a:r>
            <a:r>
              <a:rPr lang="en-US" sz="1800" b="1" dirty="0" err="1">
                <a:latin typeface="Consolas" panose="020B0609020204030204" pitchFamily="49" charset="0"/>
              </a:rPr>
              <a:t>esqrt</a:t>
            </a:r>
            <a:r>
              <a:rPr lang="en-US" sz="1800" b="1" dirty="0">
                <a:latin typeface="Consolas" panose="020B0609020204030204" pitchFamily="49" charset="0"/>
              </a:rPr>
              <a:t>=1 </a:t>
            </a:r>
            <a:r>
              <a:rPr lang="en-US" sz="1800" dirty="0"/>
              <a:t>the sqrt result overrides whatever the rv32m mux selected.</a:t>
            </a:r>
          </a:p>
          <a:p>
            <a:pPr lvl="1"/>
            <a:r>
              <a:rPr lang="en-US" sz="1800" dirty="0"/>
              <a:t>Stall generation — </a:t>
            </a:r>
            <a:r>
              <a:rPr lang="en-US" sz="1800" b="1" dirty="0" err="1">
                <a:latin typeface="Consolas" panose="020B0609020204030204" pitchFamily="49" charset="0"/>
              </a:rPr>
              <a:t>mdwait</a:t>
            </a:r>
            <a:r>
              <a:rPr lang="en-US" sz="1800" b="1" dirty="0">
                <a:latin typeface="Consolas" panose="020B0609020204030204" pitchFamily="49" charset="0"/>
              </a:rPr>
              <a:t> = </a:t>
            </a:r>
            <a:r>
              <a:rPr lang="en-US" sz="1800" b="1" dirty="0" err="1">
                <a:latin typeface="Consolas" panose="020B0609020204030204" pitchFamily="49" charset="0"/>
              </a:rPr>
              <a:t>muldiv_ready</a:t>
            </a:r>
            <a:r>
              <a:rPr lang="en-US" sz="1800" b="1" dirty="0">
                <a:latin typeface="Consolas" panose="020B0609020204030204" pitchFamily="49" charset="0"/>
              </a:rPr>
              <a:t> &amp; (~</a:t>
            </a:r>
            <a:r>
              <a:rPr lang="en-US" sz="1800" b="1" dirty="0" err="1">
                <a:latin typeface="Consolas" panose="020B0609020204030204" pitchFamily="49" charset="0"/>
              </a:rPr>
              <a:t>esqrt</a:t>
            </a:r>
            <a:r>
              <a:rPr lang="en-US" sz="1800" b="1" dirty="0">
                <a:latin typeface="Consolas" panose="020B0609020204030204" pitchFamily="49" charset="0"/>
              </a:rPr>
              <a:t> | </a:t>
            </a:r>
            <a:r>
              <a:rPr lang="en-US" sz="1800" b="1" dirty="0" err="1">
                <a:latin typeface="Consolas" panose="020B0609020204030204" pitchFamily="49" charset="0"/>
              </a:rPr>
              <a:t>sqrt_done</a:t>
            </a:r>
            <a:r>
              <a:rPr lang="en-US" sz="1800" b="1" dirty="0"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/>
              <a:t>While a sqrt instruction sits in EXE (</a:t>
            </a:r>
            <a:r>
              <a:rPr lang="en-US" sz="1800" b="1" dirty="0" err="1">
                <a:latin typeface="Consolas" panose="020B0609020204030204" pitchFamily="49" charset="0"/>
              </a:rPr>
              <a:t>esqrt</a:t>
            </a:r>
            <a:r>
              <a:rPr lang="en-US" sz="1800" b="1" dirty="0">
                <a:latin typeface="Consolas" panose="020B0609020204030204" pitchFamily="49" charset="0"/>
              </a:rPr>
              <a:t>=1</a:t>
            </a:r>
            <a:r>
              <a:rPr lang="en-US" sz="1800" dirty="0"/>
              <a:t>) and hasn't finished (</a:t>
            </a:r>
            <a:r>
              <a:rPr lang="en-US" sz="1800" b="1" dirty="0" err="1">
                <a:latin typeface="Consolas" panose="020B0609020204030204" pitchFamily="49" charset="0"/>
              </a:rPr>
              <a:t>sqrt_done</a:t>
            </a:r>
            <a:r>
              <a:rPr lang="en-US" sz="1800" b="1" dirty="0">
                <a:latin typeface="Consolas" panose="020B0609020204030204" pitchFamily="49" charset="0"/>
              </a:rPr>
              <a:t>=0</a:t>
            </a:r>
            <a:r>
              <a:rPr lang="en-US" sz="1800" dirty="0"/>
              <a:t>), </a:t>
            </a:r>
            <a:r>
              <a:rPr lang="en-US" sz="1800" b="1" dirty="0" err="1">
                <a:latin typeface="Consolas" panose="020B0609020204030204" pitchFamily="49" charset="0"/>
              </a:rPr>
              <a:t>mdwait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drops, which causes </a:t>
            </a:r>
            <a:r>
              <a:rPr lang="en-US" sz="1800" b="1" dirty="0" err="1">
                <a:latin typeface="Consolas" panose="020B0609020204030204" pitchFamily="49" charset="0"/>
              </a:rPr>
              <a:t>pl_id_cu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to clear </a:t>
            </a:r>
            <a:r>
              <a:rPr lang="en-US" sz="1800" b="1" dirty="0" err="1">
                <a:latin typeface="Consolas" panose="020B0609020204030204" pitchFamily="49" charset="0"/>
              </a:rPr>
              <a:t>wpcir</a:t>
            </a:r>
            <a:r>
              <a:rPr lang="en-US" sz="1800" b="1" dirty="0">
                <a:latin typeface="Consolas" panose="020B0609020204030204" pitchFamily="49" charset="0"/>
              </a:rPr>
              <a:t>/</a:t>
            </a:r>
            <a:r>
              <a:rPr lang="en-US" sz="1800" b="1" dirty="0" err="1">
                <a:latin typeface="Consolas" panose="020B0609020204030204" pitchFamily="49" charset="0"/>
              </a:rPr>
              <a:t>wremw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and freeze IF/ID/EX/MEM for the ~16 iteration cycles.</a:t>
            </a:r>
          </a:p>
          <a:p>
            <a:r>
              <a:rPr lang="en-US" sz="1800" dirty="0"/>
              <a:t>On the cycle </a:t>
            </a:r>
            <a:r>
              <a:rPr lang="en-US" sz="1800" b="1" dirty="0" err="1">
                <a:latin typeface="Consolas" panose="020B0609020204030204" pitchFamily="49" charset="0"/>
              </a:rPr>
              <a:t>sqrt_done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pulses, </a:t>
            </a:r>
            <a:r>
              <a:rPr lang="en-US" sz="1800" b="1" dirty="0" err="1">
                <a:latin typeface="Consolas" panose="020B0609020204030204" pitchFamily="49" charset="0"/>
              </a:rPr>
              <a:t>mdwait</a:t>
            </a:r>
            <a:r>
              <a:rPr lang="en-US" sz="1800" dirty="0"/>
              <a:t> reasserts and </a:t>
            </a:r>
            <a:r>
              <a:rPr lang="en-US" sz="1800" b="1" dirty="0" err="1">
                <a:latin typeface="Consolas" panose="020B0609020204030204" pitchFamily="49" charset="0"/>
              </a:rPr>
              <a:t>pl_reg_em</a:t>
            </a:r>
            <a:r>
              <a:rPr lang="en-US" sz="1800" b="1" dirty="0">
                <a:latin typeface="Consolas" panose="020B0609020204030204" pitchFamily="49" charset="0"/>
              </a:rPr>
              <a:t> </a:t>
            </a:r>
            <a:r>
              <a:rPr lang="en-US" sz="1800" dirty="0"/>
              <a:t>latches {16'd0, </a:t>
            </a:r>
            <a:r>
              <a:rPr lang="en-US" sz="1800" dirty="0" err="1"/>
              <a:t>sqrt_root</a:t>
            </a:r>
            <a:r>
              <a:rPr lang="en-US" sz="1800" dirty="0"/>
              <a:t>} into </a:t>
            </a:r>
            <a:r>
              <a:rPr lang="en-US" sz="1800" b="1" dirty="0">
                <a:latin typeface="Consolas" panose="020B0609020204030204" pitchFamily="49" charset="0"/>
              </a:rPr>
              <a:t>mal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484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BA95-0505-4F71-BEF5-D77FFD73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Execution Stage Code Example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DEAD6-692B-47E8-BAB4-D2F9E2E389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43A77-7137-4D7F-AEE7-5EC66CE22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237" y="2389237"/>
            <a:ext cx="3139933" cy="1413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C6C5AD-3632-446B-8A63-E5FF0E64F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93" y="1078738"/>
            <a:ext cx="3869204" cy="4384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97E758-44F1-4D37-B180-8AF7C07DD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852" y="2389236"/>
            <a:ext cx="3139933" cy="1413509"/>
          </a:xfrm>
          <a:prstGeom prst="rect">
            <a:avLst/>
          </a:prstGeom>
          <a:ln w="28575"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0FB46B-39D6-4633-BB2D-DA30300DA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54" y="1082951"/>
            <a:ext cx="3869204" cy="4384485"/>
          </a:xfrm>
          <a:prstGeom prst="rect">
            <a:avLst/>
          </a:prstGeom>
          <a:ln w="28575"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ED53C2-9EFF-4A28-9C99-7A4D8E1BA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502" y="1078738"/>
            <a:ext cx="3589459" cy="4384485"/>
          </a:xfrm>
          <a:prstGeom prst="rect">
            <a:avLst/>
          </a:prstGeom>
          <a:ln w="28575">
            <a:solidFill>
              <a:schemeClr val="bg2">
                <a:lumMod val="75000"/>
              </a:schemeClr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961AC4A-CE8D-44F6-AF30-414DF2676392}"/>
              </a:ext>
            </a:extLst>
          </p:cNvPr>
          <p:cNvSpPr/>
          <p:nvPr/>
        </p:nvSpPr>
        <p:spPr>
          <a:xfrm>
            <a:off x="4854327" y="2077416"/>
            <a:ext cx="3084520" cy="12641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65528-7B04-4BD9-9537-571051BDD729}"/>
              </a:ext>
            </a:extLst>
          </p:cNvPr>
          <p:cNvSpPr/>
          <p:nvPr/>
        </p:nvSpPr>
        <p:spPr>
          <a:xfrm>
            <a:off x="5173441" y="4859243"/>
            <a:ext cx="3084520" cy="12641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9D1357-0123-4D41-AF54-C4299156275A}"/>
              </a:ext>
            </a:extLst>
          </p:cNvPr>
          <p:cNvSpPr/>
          <p:nvPr/>
        </p:nvSpPr>
        <p:spPr>
          <a:xfrm>
            <a:off x="711893" y="1564735"/>
            <a:ext cx="3849718" cy="336965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9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61D7-0829-4F47-BE38-D739EF28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BLE/BGE 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11ABE-2257-4F43-95D0-6AFA1F7F0A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For most of the iterative algorithms, comparisons are needed.</a:t>
            </a:r>
          </a:p>
          <a:p>
            <a:r>
              <a:rPr lang="en-US" dirty="0"/>
              <a:t>Current RV32IM pipelined CPU only supports BEQ and BNE</a:t>
            </a:r>
          </a:p>
          <a:p>
            <a:r>
              <a:rPr lang="en-US" dirty="0"/>
              <a:t>Non-Restoring square root algorithm compares the remainder to 0 to determine how to update the root. Therefore BLE/BGE is required to make branch happening.</a:t>
            </a:r>
          </a:p>
          <a:p>
            <a:r>
              <a:rPr lang="en-US" dirty="0"/>
              <a:t>BLE/BGE is implemented by following the design pattern of BEQ and BNE. The less than / greater than result is routed back to the control unit for the branch decision.</a:t>
            </a:r>
          </a:p>
          <a:p>
            <a:r>
              <a:rPr lang="en-US" dirty="0"/>
              <a:t>Check the repo for the </a:t>
            </a:r>
            <a:r>
              <a:rPr lang="en-US"/>
              <a:t>detailed implementation.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582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FA44-68C9-4255-9AD8-C8658F6B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applications to validate the modules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42136-0858-467C-BFB1-109D0ED13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21" y="2366210"/>
            <a:ext cx="10780553" cy="12899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A0B9DF-E839-432A-9C2B-6544A34D1F38}"/>
              </a:ext>
            </a:extLst>
          </p:cNvPr>
          <p:cNvSpPr txBox="1"/>
          <p:nvPr/>
        </p:nvSpPr>
        <p:spPr>
          <a:xfrm>
            <a:off x="705724" y="1227847"/>
            <a:ext cx="337527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pl_reg_if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98DB2C-A9DD-4C79-ADFE-349733DD222D}"/>
              </a:ext>
            </a:extLst>
          </p:cNvPr>
          <p:cNvSpPr/>
          <p:nvPr/>
        </p:nvSpPr>
        <p:spPr>
          <a:xfrm>
            <a:off x="705722" y="1593090"/>
            <a:ext cx="10780553" cy="113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A88915-C427-4828-93D2-335077C1CECE}"/>
              </a:ext>
            </a:extLst>
          </p:cNvPr>
          <p:cNvSpPr txBox="1"/>
          <p:nvPr/>
        </p:nvSpPr>
        <p:spPr>
          <a:xfrm>
            <a:off x="705722" y="1851676"/>
            <a:ext cx="10612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Configure the default instruction memory for simulation</a:t>
            </a:r>
          </a:p>
        </p:txBody>
      </p:sp>
    </p:spTree>
    <p:extLst>
      <p:ext uri="{BB962C8B-B14F-4D97-AF65-F5344CB8AC3E}">
        <p14:creationId xmlns:p14="http://schemas.microsoft.com/office/powerpoint/2010/main" val="2506341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2902-F443-487B-B24F-ABF2522E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FPGA Implementation of LOG2 and SQRT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4DD8B-46EE-4CDB-B35E-88580B75F3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RISCV Architecture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FPGA Implementation of LOG2 and 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Performance Comparison between application specific module and standard RV32IM computation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LOG2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Plan and Future Efforts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600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4CD467-CCAF-4371-A35C-A5094057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Module Design and Implementation Approach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0B2B65-C772-484B-A854-38AC41B72479}"/>
              </a:ext>
            </a:extLst>
          </p:cNvPr>
          <p:cNvGrpSpPr/>
          <p:nvPr/>
        </p:nvGrpSpPr>
        <p:grpSpPr>
          <a:xfrm>
            <a:off x="892520" y="1527057"/>
            <a:ext cx="10406960" cy="4143699"/>
            <a:chOff x="1327840" y="1457483"/>
            <a:chExt cx="10406960" cy="4143699"/>
          </a:xfrm>
        </p:grpSpPr>
        <p:sp>
          <p:nvSpPr>
            <p:cNvPr id="7" name="Rectangle: Rounded Corners 8">
              <a:extLst>
                <a:ext uri="{FF2B5EF4-FFF2-40B4-BE49-F238E27FC236}">
                  <a16:creationId xmlns:a16="http://schemas.microsoft.com/office/drawing/2014/main" id="{4E0796A5-D991-484D-B174-018D2A26939F}"/>
                </a:ext>
              </a:extLst>
            </p:cNvPr>
            <p:cNvSpPr/>
            <p:nvPr/>
          </p:nvSpPr>
          <p:spPr>
            <a:xfrm>
              <a:off x="1565284" y="2707544"/>
              <a:ext cx="2192785" cy="9144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mbria" panose="02040503050406030204" pitchFamily="18" charset="0"/>
              </a:endParaRPr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E679076F-E46B-4B41-81CE-E3EE3DD47810}"/>
                </a:ext>
              </a:extLst>
            </p:cNvPr>
            <p:cNvSpPr/>
            <p:nvPr/>
          </p:nvSpPr>
          <p:spPr>
            <a:xfrm>
              <a:off x="1565284" y="1457483"/>
              <a:ext cx="2192785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</a:rPr>
                <a:t>Design Requirement Documents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C3D9863-74DA-4BAF-9A72-4ED352BE2DC4}"/>
                </a:ext>
              </a:extLst>
            </p:cNvPr>
            <p:cNvSpPr/>
            <p:nvPr/>
          </p:nvSpPr>
          <p:spPr>
            <a:xfrm>
              <a:off x="5272961" y="1475239"/>
              <a:ext cx="1997103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</a:rPr>
                <a:t>Design model</a:t>
              </a:r>
            </a:p>
          </p:txBody>
        </p:sp>
        <p:pic>
          <p:nvPicPr>
            <p:cNvPr id="10" name="Graphic 9" descr="List with solid fill">
              <a:extLst>
                <a:ext uri="{FF2B5EF4-FFF2-40B4-BE49-F238E27FC236}">
                  <a16:creationId xmlns:a16="http://schemas.microsoft.com/office/drawing/2014/main" id="{75A1D1E0-0584-4430-9811-476E8379F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04475" y="2697191"/>
              <a:ext cx="914400" cy="914400"/>
            </a:xfrm>
            <a:prstGeom prst="rect">
              <a:avLst/>
            </a:prstGeom>
          </p:spPr>
        </p:pic>
        <p:sp>
          <p:nvSpPr>
            <p:cNvPr id="11" name="Rectangle: Rounded Corners 9">
              <a:extLst>
                <a:ext uri="{FF2B5EF4-FFF2-40B4-BE49-F238E27FC236}">
                  <a16:creationId xmlns:a16="http://schemas.microsoft.com/office/drawing/2014/main" id="{A849FC92-C326-4E84-B64A-36DDB0F4B462}"/>
                </a:ext>
              </a:extLst>
            </p:cNvPr>
            <p:cNvSpPr/>
            <p:nvPr/>
          </p:nvSpPr>
          <p:spPr>
            <a:xfrm>
              <a:off x="5272961" y="2723824"/>
              <a:ext cx="2005985" cy="9144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mbria" panose="02040503050406030204" pitchFamily="18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D49A92A-2A1C-46AF-9CB2-418A47940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72402" y="2804877"/>
              <a:ext cx="807868" cy="760346"/>
            </a:xfrm>
            <a:prstGeom prst="rect">
              <a:avLst/>
            </a:prstGeom>
          </p:spPr>
        </p:pic>
        <p:sp>
          <p:nvSpPr>
            <p:cNvPr id="13" name="Rectangle: Rounded Corners 11">
              <a:extLst>
                <a:ext uri="{FF2B5EF4-FFF2-40B4-BE49-F238E27FC236}">
                  <a16:creationId xmlns:a16="http://schemas.microsoft.com/office/drawing/2014/main" id="{2E22AFEB-6CC1-4B74-8B94-B5F643BF04C2}"/>
                </a:ext>
              </a:extLst>
            </p:cNvPr>
            <p:cNvSpPr/>
            <p:nvPr/>
          </p:nvSpPr>
          <p:spPr>
            <a:xfrm>
              <a:off x="8620729" y="1458958"/>
              <a:ext cx="2005986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ambria" panose="02040503050406030204" pitchFamily="18" charset="0"/>
                </a:rPr>
                <a:t>VHDL &amp; Simulation</a:t>
              </a:r>
            </a:p>
          </p:txBody>
        </p:sp>
        <p:sp>
          <p:nvSpPr>
            <p:cNvPr id="14" name="Rectangle: Rounded Corners 12">
              <a:extLst>
                <a:ext uri="{FF2B5EF4-FFF2-40B4-BE49-F238E27FC236}">
                  <a16:creationId xmlns:a16="http://schemas.microsoft.com/office/drawing/2014/main" id="{E5A3F313-476B-46B7-98F7-3C9B9D6875B9}"/>
                </a:ext>
              </a:extLst>
            </p:cNvPr>
            <p:cNvSpPr/>
            <p:nvPr/>
          </p:nvSpPr>
          <p:spPr>
            <a:xfrm>
              <a:off x="8620730" y="2707544"/>
              <a:ext cx="2005985" cy="9144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mbria" panose="02040503050406030204" pitchFamily="18" charset="0"/>
              </a:endParaRP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92E00CA-B74B-4DBC-9169-6B2ABA5A5919}"/>
                </a:ext>
              </a:extLst>
            </p:cNvPr>
            <p:cNvSpPr/>
            <p:nvPr/>
          </p:nvSpPr>
          <p:spPr>
            <a:xfrm>
              <a:off x="3758069" y="2887180"/>
              <a:ext cx="1479354" cy="484632"/>
            </a:xfrm>
            <a:prstGeom prst="right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13607B95-D1BB-4DB5-994F-CAACC7766A8E}"/>
                </a:ext>
              </a:extLst>
            </p:cNvPr>
            <p:cNvSpPr/>
            <p:nvPr/>
          </p:nvSpPr>
          <p:spPr>
            <a:xfrm>
              <a:off x="7271960" y="2887180"/>
              <a:ext cx="1348769" cy="484632"/>
            </a:xfrm>
            <a:prstGeom prst="right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0255BEDF-ECF6-4387-A67A-F60120E8251C}"/>
                </a:ext>
              </a:extLst>
            </p:cNvPr>
            <p:cNvSpPr/>
            <p:nvPr/>
          </p:nvSpPr>
          <p:spPr>
            <a:xfrm rot="5400000">
              <a:off x="2499022" y="2292221"/>
              <a:ext cx="325307" cy="48463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8DE10C47-B829-4C97-90D9-F6D0EF025EFC}"/>
                </a:ext>
              </a:extLst>
            </p:cNvPr>
            <p:cNvSpPr/>
            <p:nvPr/>
          </p:nvSpPr>
          <p:spPr>
            <a:xfrm rot="5400000">
              <a:off x="6108454" y="2309977"/>
              <a:ext cx="325307" cy="48463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D3A3379D-0F16-4FF1-9758-8AED9D140037}"/>
                </a:ext>
              </a:extLst>
            </p:cNvPr>
            <p:cNvSpPr/>
            <p:nvPr/>
          </p:nvSpPr>
          <p:spPr>
            <a:xfrm rot="5400000">
              <a:off x="9413718" y="2309978"/>
              <a:ext cx="325307" cy="48463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9B2C1B4-45B7-4908-BACE-134D38069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70453" y="2916772"/>
              <a:ext cx="919636" cy="51729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6F69737-CCE6-4F2A-A20B-42C7356E9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99171" y="2845517"/>
              <a:ext cx="683105" cy="68310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F0B4AC-205B-4152-BDE1-A1849A991910}"/>
                </a:ext>
              </a:extLst>
            </p:cNvPr>
            <p:cNvSpPr txBox="1"/>
            <p:nvPr/>
          </p:nvSpPr>
          <p:spPr>
            <a:xfrm>
              <a:off x="1327840" y="3791227"/>
              <a:ext cx="2667669" cy="138499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latin typeface="Cambria" panose="02040503050406030204" pitchFamily="18" charset="0"/>
                </a:rPr>
                <a:t>Extract Design Specifications</a:t>
              </a:r>
            </a:p>
            <a:p>
              <a:pPr marL="344488" lvl="1" indent="-223838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List of  user specification parameters to be used in the model</a:t>
              </a:r>
            </a:p>
            <a:p>
              <a:pPr marL="344488" lvl="1" indent="-223838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List of user run time configurable options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01B77C-168F-4FD2-9AD0-88A21BCFBB87}"/>
                </a:ext>
              </a:extLst>
            </p:cNvPr>
            <p:cNvSpPr txBox="1"/>
            <p:nvPr/>
          </p:nvSpPr>
          <p:spPr>
            <a:xfrm>
              <a:off x="4629590" y="3791227"/>
              <a:ext cx="3767668" cy="160043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marL="120650" lvl="1"/>
              <a:r>
                <a:rPr lang="en-US" sz="1400" b="1" dirty="0">
                  <a:latin typeface="Cambria" panose="02040503050406030204" pitchFamily="18" charset="0"/>
                </a:rPr>
                <a:t>Design MATLAB Script for the Model</a:t>
              </a:r>
            </a:p>
            <a:p>
              <a:pPr marL="344488" lvl="1" indent="-223838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Design a MATLAB code to allow:</a:t>
              </a:r>
            </a:p>
            <a:p>
              <a:pPr marL="801688" lvl="2" indent="-223838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User entry for design specification</a:t>
              </a:r>
            </a:p>
            <a:p>
              <a:pPr marL="801688" lvl="2" indent="-223838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Bit accurate fixed point model</a:t>
              </a:r>
            </a:p>
            <a:p>
              <a:pPr marL="801688" lvl="2" indent="-223838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Display performance results</a:t>
              </a:r>
            </a:p>
            <a:p>
              <a:pPr marL="801688" lvl="2" indent="-223838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Generate FPGA VHDL packages</a:t>
              </a:r>
            </a:p>
            <a:p>
              <a:pPr marL="801688" lvl="2" indent="-223838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Generate FPGA simulation files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6BE812-1FF0-450D-AB24-711868282923}"/>
                </a:ext>
              </a:extLst>
            </p:cNvPr>
            <p:cNvSpPr txBox="1"/>
            <p:nvPr/>
          </p:nvSpPr>
          <p:spPr>
            <a:xfrm>
              <a:off x="8620729" y="3785300"/>
              <a:ext cx="3114071" cy="18158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latin typeface="Cambria" panose="02040503050406030204" pitchFamily="18" charset="0"/>
                </a:rPr>
                <a:t>Design VHDL Custom Code and Simulation Testbench</a:t>
              </a:r>
              <a:endParaRPr lang="en-US" sz="1400" dirty="0">
                <a:latin typeface="Cambria" panose="02040503050406030204" pitchFamily="18" charset="0"/>
              </a:endParaRPr>
            </a:p>
            <a:p>
              <a:pPr marL="295275" lvl="1" indent="-174625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Design Custom VHDL generic synthesizable code</a:t>
              </a:r>
            </a:p>
            <a:p>
              <a:pPr marL="295275" lvl="1" indent="-174625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Design custom generic simulation test benches</a:t>
              </a:r>
            </a:p>
            <a:p>
              <a:pPr marL="295275" lvl="1" indent="-174625">
                <a:buFont typeface="Wingdings" pitchFamily="2" charset="2"/>
                <a:buChar char="§"/>
              </a:pPr>
              <a:r>
                <a:rPr lang="en-US" sz="1400" dirty="0">
                  <a:latin typeface="Cambria" panose="02040503050406030204" pitchFamily="18" charset="0"/>
                </a:rPr>
                <a:t>Design is FPGA vendor independent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2878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BC71-2A1F-4DE0-9760-B386B43F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LOG2 MATLAB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F180C-3786-4421-9A52-40BEA6A8B1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893" y="1091752"/>
            <a:ext cx="3367089" cy="4718223"/>
          </a:xfrm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function </a:t>
            </a:r>
            <a:r>
              <a:rPr lang="en-US" sz="800" b="0" i="0" dirty="0">
                <a:effectLst/>
                <a:latin typeface="Menlo"/>
              </a:rPr>
              <a:t>y = ceil_log2(N)</a:t>
            </a: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ceil_log2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Returns ceil(log2(N)) for uint32 input.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Input: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N - uint32 input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Output: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y - uint32 result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Examples: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ceil_log2(uint32(1)) = 0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ceil_log2(uint32(2)) = 1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ceil_log2(uint32(3)) = 2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ceil_log2(uint32(4)) = 2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ceil_log2(uint32(9)) = 4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N = uint32(N);</a:t>
            </a:r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if </a:t>
            </a:r>
            <a:r>
              <a:rPr lang="en-US" sz="800" b="0" i="0" dirty="0">
                <a:effectLst/>
                <a:latin typeface="Menlo"/>
              </a:rPr>
              <a:t>N &lt;= 1</a:t>
            </a: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y = uint32(0);</a:t>
            </a: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	return</a:t>
            </a:r>
            <a:r>
              <a:rPr lang="en-US" sz="800" b="0" i="0" dirty="0">
                <a:effectLst/>
                <a:latin typeface="Menlo"/>
              </a:rPr>
              <a:t>;</a:t>
            </a: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end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[pos, valid] = </a:t>
            </a:r>
            <a:r>
              <a:rPr lang="en-US" sz="800" b="0" i="0" dirty="0" err="1">
                <a:effectLst/>
                <a:latin typeface="Menlo"/>
              </a:rPr>
              <a:t>leading_one_detector</a:t>
            </a:r>
            <a:r>
              <a:rPr lang="en-US" sz="800" b="0" i="0" dirty="0">
                <a:effectLst/>
                <a:latin typeface="Menlo"/>
              </a:rPr>
              <a:t>(N - 1);</a:t>
            </a:r>
          </a:p>
          <a:p>
            <a:pPr marL="0" indent="0" defTabSz="182880">
              <a:spcBef>
                <a:spcPts val="0"/>
              </a:spcBef>
              <a:buNone/>
            </a:pPr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if </a:t>
            </a:r>
            <a:r>
              <a:rPr lang="en-US" sz="800" b="0" i="0" dirty="0">
                <a:effectLst/>
                <a:latin typeface="Menlo"/>
              </a:rPr>
              <a:t>valid</a:t>
            </a: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y = pos + uint32(1);</a:t>
            </a: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else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y = uint32(0);</a:t>
            </a: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end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  <a:p>
            <a:pPr marL="0" indent="0" defTabSz="182880">
              <a:spcBef>
                <a:spcPts val="0"/>
              </a:spcBef>
              <a:buNone/>
            </a:pPr>
            <a:endParaRPr lang="en-US" sz="8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F68BF32-7977-43F1-B035-86D1C4B8B110}"/>
              </a:ext>
            </a:extLst>
          </p:cNvPr>
          <p:cNvSpPr txBox="1">
            <a:spLocks/>
          </p:cNvSpPr>
          <p:nvPr/>
        </p:nvSpPr>
        <p:spPr>
          <a:xfrm>
            <a:off x="5326733" y="1039438"/>
            <a:ext cx="3367089" cy="4918193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2133" b="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 marL="761981" indent="-304792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92C74"/>
              </a:buClr>
              <a:buFont typeface="Courier New" panose="02070309020205020404" pitchFamily="49" charset="0"/>
              <a:buChar char="o"/>
              <a:defRPr sz="2133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1219170" indent="-304792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92C74"/>
              </a:buClr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96CBB-D30E-44B4-A249-487DC36A9336}"/>
              </a:ext>
            </a:extLst>
          </p:cNvPr>
          <p:cNvSpPr txBox="1"/>
          <p:nvPr/>
        </p:nvSpPr>
        <p:spPr>
          <a:xfrm>
            <a:off x="5769779" y="1039438"/>
            <a:ext cx="3367089" cy="477053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function </a:t>
            </a:r>
            <a:r>
              <a:rPr lang="en-US" sz="800" b="0" i="0" dirty="0">
                <a:effectLst/>
                <a:latin typeface="Menlo"/>
              </a:rPr>
              <a:t>[pos, valid] = </a:t>
            </a:r>
            <a:r>
              <a:rPr lang="en-US" sz="800" b="0" i="0" dirty="0" err="1">
                <a:effectLst/>
                <a:latin typeface="Menlo"/>
              </a:rPr>
              <a:t>leading_one_detector</a:t>
            </a:r>
            <a:r>
              <a:rPr lang="en-US" sz="800" b="0" i="0" dirty="0">
                <a:effectLst/>
                <a:latin typeface="Menlo"/>
              </a:rPr>
              <a:t>(x)</a:t>
            </a: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en-US" sz="800" b="0" i="0" dirty="0" err="1">
                <a:solidFill>
                  <a:srgbClr val="008013"/>
                </a:solidFill>
                <a:effectLst/>
                <a:latin typeface="Menlo"/>
              </a:rPr>
              <a:t>leading_one_detector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Returns the position of the most significant 1 bit in a uint32 input.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Input: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x - uint32 input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Output: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pos - 0-based position of MSB '1' from LSB side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valid - true if x /= 0, false if x == 0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Examples: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x = uint32(8) -&gt; pos = 3, valid = true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x = uint32(18) -&gt; pos = 4, valid = true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08013"/>
                </a:solidFill>
                <a:effectLst/>
                <a:latin typeface="Menlo"/>
              </a:rPr>
              <a:t>% x = uint32(0) -&gt; pos = 0, valid = false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227013" lvl="2" defTabSz="182880"/>
            <a:r>
              <a:rPr lang="en-US" sz="800" b="0" i="0" dirty="0">
                <a:effectLst/>
                <a:latin typeface="Menlo"/>
              </a:rPr>
              <a:t>x = uint32(x);</a:t>
            </a:r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227013" lvl="2"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800" b="0" i="0" dirty="0">
                <a:effectLst/>
                <a:latin typeface="Menlo"/>
              </a:rPr>
              <a:t>x == 0</a:t>
            </a:r>
          </a:p>
          <a:p>
            <a:pPr marL="227013" lvl="2" defTabSz="182880"/>
            <a:r>
              <a:rPr lang="en-US" sz="800" b="0" i="0" dirty="0">
                <a:effectLst/>
                <a:latin typeface="Menlo"/>
              </a:rPr>
              <a:t>	pos = uint32(0);</a:t>
            </a:r>
          </a:p>
          <a:p>
            <a:pPr marL="227013" lvl="2" defTabSz="182880"/>
            <a:r>
              <a:rPr lang="en-US" sz="800" b="0" i="0" dirty="0">
                <a:effectLst/>
                <a:latin typeface="Menlo"/>
              </a:rPr>
              <a:t>	valid = false;</a:t>
            </a:r>
          </a:p>
          <a:p>
            <a:pPr marL="227013" lvl="2"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return</a:t>
            </a:r>
            <a:r>
              <a:rPr lang="en-US" sz="800" b="0" i="0" dirty="0">
                <a:effectLst/>
                <a:latin typeface="Menlo"/>
              </a:rPr>
              <a:t>;</a:t>
            </a:r>
          </a:p>
          <a:p>
            <a:pPr marL="227013" lvl="2"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  <a:p>
            <a:pPr marL="227013" lvl="2" defTabSz="182880"/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227013" lvl="2" defTabSz="182880"/>
            <a:r>
              <a:rPr lang="en-US" sz="800" b="0" i="0" dirty="0">
                <a:effectLst/>
                <a:latin typeface="Menlo"/>
              </a:rPr>
              <a:t>valid = true;</a:t>
            </a:r>
          </a:p>
          <a:p>
            <a:pPr marL="227013" lvl="2" defTabSz="182880"/>
            <a:r>
              <a:rPr lang="en-US" sz="800" b="0" i="0" dirty="0">
                <a:effectLst/>
                <a:latin typeface="Menlo"/>
              </a:rPr>
              <a:t>pos = uint32(0);</a:t>
            </a:r>
          </a:p>
          <a:p>
            <a:pPr marL="227013" lvl="2" defTabSz="182880"/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227013" lvl="2"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sz="800" b="0" i="0" dirty="0" err="1">
                <a:effectLst/>
                <a:latin typeface="Menlo"/>
              </a:rPr>
              <a:t>i</a:t>
            </a:r>
            <a:r>
              <a:rPr lang="en-US" sz="800" b="0" i="0" dirty="0">
                <a:effectLst/>
                <a:latin typeface="Menlo"/>
              </a:rPr>
              <a:t> = 31:-1:0</a:t>
            </a:r>
          </a:p>
          <a:p>
            <a:pPr marL="227013" lvl="2"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if </a:t>
            </a:r>
            <a:r>
              <a:rPr lang="en-US" sz="800" b="0" i="0" dirty="0" err="1">
                <a:effectLst/>
                <a:latin typeface="Menlo"/>
              </a:rPr>
              <a:t>bitget</a:t>
            </a:r>
            <a:r>
              <a:rPr lang="en-US" sz="800" b="0" i="0" dirty="0">
                <a:effectLst/>
                <a:latin typeface="Menlo"/>
              </a:rPr>
              <a:t>(x, i+1) == 1</a:t>
            </a:r>
          </a:p>
          <a:p>
            <a:pPr marL="227013" lvl="2" defTabSz="182880"/>
            <a:r>
              <a:rPr lang="en-US" sz="800" b="0" i="0" dirty="0">
                <a:effectLst/>
                <a:latin typeface="Menlo"/>
              </a:rPr>
              <a:t>		pos = uint32(</a:t>
            </a:r>
            <a:r>
              <a:rPr lang="en-US" sz="800" b="0" i="0" dirty="0" err="1">
                <a:effectLst/>
                <a:latin typeface="Menlo"/>
              </a:rPr>
              <a:t>i</a:t>
            </a:r>
            <a:r>
              <a:rPr lang="en-US" sz="800" b="0" i="0" dirty="0">
                <a:effectLst/>
                <a:latin typeface="Menlo"/>
              </a:rPr>
              <a:t>);</a:t>
            </a:r>
          </a:p>
          <a:p>
            <a:pPr marL="227013" lvl="2"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	return</a:t>
            </a:r>
            <a:r>
              <a:rPr lang="en-US" sz="800" b="0" i="0" dirty="0">
                <a:effectLst/>
                <a:latin typeface="Menlo"/>
              </a:rPr>
              <a:t>;</a:t>
            </a:r>
          </a:p>
          <a:p>
            <a:pPr marL="227013" lvl="2"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end</a:t>
            </a:r>
            <a:endParaRPr lang="en-US" sz="800" b="0" i="0" dirty="0">
              <a:effectLst/>
              <a:latin typeface="Menlo"/>
            </a:endParaRPr>
          </a:p>
          <a:p>
            <a:pPr marL="227013" lvl="2"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  <a:p>
            <a:pPr defTabSz="18288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136825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52AC2D-6199-4C6E-B7B8-17200AD19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LOG2 RTL Module Simulation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E77196-DEFC-4145-96F8-72924B1BCC55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711893" y="3770334"/>
            <a:ext cx="10780712" cy="1901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657C17-674B-4F66-A59F-E2B9361F7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12" y="1337464"/>
            <a:ext cx="10763575" cy="18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65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311B9E-8ED4-4049-803C-418C18DF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LOG2 MATLAB – RTL 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355B6D-02E8-4A83-8CCE-342D9151DA18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711893" y="1211459"/>
            <a:ext cx="6888163" cy="4564062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3E32CE-04FF-47DC-8C99-8D6A72EDE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019" y="1211459"/>
            <a:ext cx="4045567" cy="821756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8C1ADF-F034-4B28-A101-61F1AF4ADB19}"/>
              </a:ext>
            </a:extLst>
          </p:cNvPr>
          <p:cNvSpPr txBox="1"/>
          <p:nvPr/>
        </p:nvSpPr>
        <p:spPr>
          <a:xfrm>
            <a:off x="7753438" y="3371061"/>
            <a:ext cx="3324708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ceil(log2(double(x))) should be replaced by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ceil_log2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function, which is implemented using the digital algorithm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7C58E2-0A5C-4ED5-8BFA-0B89C496FC5C}"/>
              </a:ext>
            </a:extLst>
          </p:cNvPr>
          <p:cNvCxnSpPr>
            <a:stCxn id="7" idx="1"/>
          </p:cNvCxnSpPr>
          <p:nvPr/>
        </p:nvCxnSpPr>
        <p:spPr>
          <a:xfrm flipH="1">
            <a:off x="5558035" y="3971226"/>
            <a:ext cx="2195403" cy="1505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134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DC2F1-3906-49AA-9742-CC05E7ED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 on the Nexys A7 FPGA board – LOG2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C6566-73D6-4C78-974C-064749DB853E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3585965" y="2922093"/>
            <a:ext cx="4327598" cy="14656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D0CC78-8D74-47E8-BFF7-0D054A2EC7B7}"/>
              </a:ext>
            </a:extLst>
          </p:cNvPr>
          <p:cNvSpPr txBox="1"/>
          <p:nvPr/>
        </p:nvSpPr>
        <p:spPr>
          <a:xfrm>
            <a:off x="705724" y="1855707"/>
            <a:ext cx="337527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6E1F4D-20B5-4E23-8A7D-B8DACA904223}"/>
              </a:ext>
            </a:extLst>
          </p:cNvPr>
          <p:cNvSpPr/>
          <p:nvPr/>
        </p:nvSpPr>
        <p:spPr>
          <a:xfrm>
            <a:off x="705722" y="2220950"/>
            <a:ext cx="10780553" cy="113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34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BC71-2A1F-4DE0-9760-B386B43F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SQRT MATLAB Module – Non-restoring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F180C-3786-4421-9A52-40BEA6A8B1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93957" y="1092852"/>
            <a:ext cx="3367089" cy="4718223"/>
          </a:xfrm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pPr marL="458788" lvl="2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800" b="0" i="0" dirty="0">
                <a:effectLst/>
                <a:latin typeface="Menlo"/>
              </a:rPr>
              <a:t>P &gt;= 0</a:t>
            </a:r>
          </a:p>
          <a:p>
            <a:pPr marL="458788" lvl="2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root = </a:t>
            </a:r>
            <a:r>
              <a:rPr lang="en-US" sz="800" b="0" i="0" dirty="0" err="1">
                <a:effectLst/>
                <a:latin typeface="Menlo"/>
              </a:rPr>
              <a:t>bitshift</a:t>
            </a:r>
            <a:r>
              <a:rPr lang="en-US" sz="800" b="0" i="0" dirty="0">
                <a:effectLst/>
                <a:latin typeface="Menlo"/>
              </a:rPr>
              <a:t>(root, 1) + uint64(1);</a:t>
            </a:r>
          </a:p>
          <a:p>
            <a:pPr marL="458788" lvl="2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else</a:t>
            </a:r>
            <a:endParaRPr lang="en-US" sz="800" b="0" i="0" dirty="0">
              <a:effectLst/>
              <a:latin typeface="Menlo"/>
            </a:endParaRPr>
          </a:p>
          <a:p>
            <a:pPr marL="458788" lvl="2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root = </a:t>
            </a:r>
            <a:r>
              <a:rPr lang="en-US" sz="800" b="0" i="0" dirty="0" err="1">
                <a:effectLst/>
                <a:latin typeface="Menlo"/>
              </a:rPr>
              <a:t>bitshift</a:t>
            </a:r>
            <a:r>
              <a:rPr lang="en-US" sz="800" b="0" i="0" dirty="0">
                <a:effectLst/>
                <a:latin typeface="Menlo"/>
              </a:rPr>
              <a:t>(root, 1);</a:t>
            </a:r>
          </a:p>
          <a:p>
            <a:pPr marL="458788" lvl="2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</a:t>
            </a:r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'%5d %8s %8s %12d %12d %12d\n'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</a:t>
            </a:r>
            <a:r>
              <a:rPr lang="en-US" sz="800" b="0" i="0" dirty="0" err="1">
                <a:effectLst/>
                <a:latin typeface="Menlo"/>
              </a:rPr>
              <a:t>iter</a:t>
            </a:r>
            <a:r>
              <a:rPr lang="en-US" sz="800" b="0" i="0" dirty="0">
                <a:effectLst/>
                <a:latin typeface="Menlo"/>
              </a:rPr>
              <a:t>, dec2bin(double(next2), 2), op, F, P, root);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800" b="0" i="0" dirty="0">
                <a:effectLst/>
                <a:latin typeface="Menlo"/>
              </a:rPr>
              <a:t>P &lt; 0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correction = int64(</a:t>
            </a:r>
            <a:r>
              <a:rPr lang="en-US" sz="800" b="0" i="0" dirty="0" err="1">
                <a:effectLst/>
                <a:latin typeface="Menlo"/>
              </a:rPr>
              <a:t>bitshift</a:t>
            </a:r>
            <a:r>
              <a:rPr lang="en-US" sz="800" b="0" i="0" dirty="0">
                <a:effectLst/>
                <a:latin typeface="Menlo"/>
              </a:rPr>
              <a:t>(root, 1) + uint64(1));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</a:t>
            </a:r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'\</a:t>
            </a:r>
            <a:r>
              <a:rPr lang="en-US" sz="800" b="0" i="0" dirty="0" err="1">
                <a:solidFill>
                  <a:srgbClr val="A709F5"/>
                </a:solidFill>
                <a:effectLst/>
                <a:latin typeface="Menlo"/>
              </a:rPr>
              <a:t>nFinal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 correction: P = P + (2Q + 1) = %d + %d\n'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P, correction);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P = P + correction;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dirty="0">
              <a:solidFill>
                <a:srgbClr val="0E00FF"/>
              </a:solidFill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rem = uint64(P);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while </a:t>
            </a:r>
            <a:r>
              <a:rPr lang="en-US" sz="800" b="0" i="0" dirty="0">
                <a:effectLst/>
                <a:latin typeface="Menlo"/>
              </a:rPr>
              <a:t>root * root &gt; x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root = root - 1;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while </a:t>
            </a:r>
            <a:r>
              <a:rPr lang="en-US" sz="800" b="0" i="0" dirty="0">
                <a:effectLst/>
                <a:latin typeface="Menlo"/>
              </a:rPr>
              <a:t>(root + 1) * (root + 1) &lt;= x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		root = root + 1;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>
                <a:effectLst/>
                <a:latin typeface="Menlo"/>
              </a:rPr>
              <a:t>rem = x - root * root;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endParaRPr lang="en-US" sz="800" b="0" i="0" dirty="0">
              <a:effectLst/>
              <a:latin typeface="Menlo"/>
            </a:endParaRP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'\</a:t>
            </a:r>
            <a:r>
              <a:rPr lang="en-US" sz="800" b="0" i="0" dirty="0" err="1">
                <a:solidFill>
                  <a:srgbClr val="A709F5"/>
                </a:solidFill>
                <a:effectLst/>
                <a:latin typeface="Menlo"/>
              </a:rPr>
              <a:t>nFinal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 result:\n'</a:t>
            </a:r>
            <a:r>
              <a:rPr lang="en-US" sz="800" b="0" i="0" dirty="0">
                <a:effectLst/>
                <a:latin typeface="Menlo"/>
              </a:rPr>
              <a:t>);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'root = %d\n'</a:t>
            </a:r>
            <a:r>
              <a:rPr lang="en-US" sz="800" b="0" i="0" dirty="0">
                <a:effectLst/>
                <a:latin typeface="Menlo"/>
              </a:rPr>
              <a:t>, root);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'rem = %d\n'</a:t>
            </a:r>
            <a:r>
              <a:rPr lang="en-US" sz="800" b="0" i="0" dirty="0">
                <a:effectLst/>
                <a:latin typeface="Menlo"/>
              </a:rPr>
              <a:t>, rem);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800" b="0" i="0" dirty="0" err="1">
                <a:solidFill>
                  <a:srgbClr val="A709F5"/>
                </a:solidFill>
                <a:effectLst/>
                <a:latin typeface="Menlo"/>
              </a:rPr>
              <a:t>iter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 = %d\n\n'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 err="1">
                <a:effectLst/>
                <a:latin typeface="Menlo"/>
              </a:rPr>
              <a:t>iter</a:t>
            </a:r>
            <a:r>
              <a:rPr lang="en-US" sz="800" b="0" i="0" dirty="0">
                <a:effectLst/>
                <a:latin typeface="Menlo"/>
              </a:rPr>
              <a:t>);</a:t>
            </a:r>
          </a:p>
          <a:p>
            <a:pPr marL="227013" lvl="1" indent="0" defTabSz="228600">
              <a:spcBef>
                <a:spcPts val="0"/>
              </a:spcBef>
              <a:buNone/>
            </a:pPr>
            <a:endParaRPr lang="en-US" sz="800" b="0" i="0" dirty="0">
              <a:effectLst/>
              <a:latin typeface="Menlo"/>
            </a:endParaRPr>
          </a:p>
          <a:p>
            <a:pPr marL="0" lvl="1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  <a:p>
            <a:pPr marL="0" indent="0" defTabSz="228600">
              <a:spcBef>
                <a:spcPts val="0"/>
              </a:spcBef>
              <a:buNone/>
            </a:pPr>
            <a:endParaRPr lang="en-US" sz="8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F68BF32-7977-43F1-B035-86D1C4B8B110}"/>
              </a:ext>
            </a:extLst>
          </p:cNvPr>
          <p:cNvSpPr txBox="1">
            <a:spLocks/>
          </p:cNvSpPr>
          <p:nvPr/>
        </p:nvSpPr>
        <p:spPr>
          <a:xfrm>
            <a:off x="5326733" y="1039438"/>
            <a:ext cx="3367089" cy="4918193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2133" b="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 marL="761981" indent="-304792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92C74"/>
              </a:buClr>
              <a:buFont typeface="Courier New" panose="02070309020205020404" pitchFamily="49" charset="0"/>
              <a:buChar char="o"/>
              <a:defRPr sz="2133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2pPr>
            <a:lvl3pPr marL="1219170" indent="-304792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92C74"/>
              </a:buClr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96CBB-D30E-44B4-A249-487DC36A9336}"/>
              </a:ext>
            </a:extLst>
          </p:cNvPr>
          <p:cNvSpPr txBox="1"/>
          <p:nvPr/>
        </p:nvSpPr>
        <p:spPr>
          <a:xfrm>
            <a:off x="694092" y="1029090"/>
            <a:ext cx="3367089" cy="538609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defTabSz="228600">
              <a:spcBef>
                <a:spcPts val="0"/>
              </a:spcBef>
              <a:buNone/>
            </a:pP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function </a:t>
            </a:r>
            <a:r>
              <a:rPr lang="en-US" sz="800" b="0" i="0" dirty="0">
                <a:effectLst/>
                <a:latin typeface="Menlo"/>
              </a:rPr>
              <a:t>[root, rem, </a:t>
            </a:r>
            <a:r>
              <a:rPr lang="en-US" sz="800" b="0" i="0" dirty="0" err="1">
                <a:effectLst/>
                <a:latin typeface="Menlo"/>
              </a:rPr>
              <a:t>iter</a:t>
            </a:r>
            <a:r>
              <a:rPr lang="en-US" sz="800" b="0" i="0" dirty="0">
                <a:effectLst/>
                <a:latin typeface="Menlo"/>
              </a:rPr>
              <a:t>] = </a:t>
            </a:r>
            <a:r>
              <a:rPr lang="en-US" sz="800" b="0" i="0" dirty="0" err="1">
                <a:effectLst/>
                <a:latin typeface="Menlo"/>
              </a:rPr>
              <a:t>isqrt_nonrestoring_nbit</a:t>
            </a:r>
            <a:r>
              <a:rPr lang="en-US" sz="800" b="0" i="0" dirty="0">
                <a:effectLst/>
                <a:latin typeface="Menlo"/>
              </a:rPr>
              <a:t>(x, N)</a:t>
            </a: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800" b="0" i="0" dirty="0">
                <a:effectLst/>
                <a:latin typeface="Menlo"/>
              </a:rPr>
              <a:t>x &lt; 0 || floor(x) ~= x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error(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'x must be a nonnegative integer.'</a:t>
            </a:r>
            <a:r>
              <a:rPr lang="en-US" sz="800" b="0" i="0" dirty="0">
                <a:effectLst/>
                <a:latin typeface="Menlo"/>
              </a:rPr>
              <a:t>);</a:t>
            </a: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800" b="0" i="0" dirty="0">
                <a:effectLst/>
                <a:latin typeface="Menlo"/>
              </a:rPr>
              <a:t>N &lt;= 0 || floor(N) ~= N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error(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'N must be a positive integer.'</a:t>
            </a:r>
            <a:r>
              <a:rPr lang="en-US" sz="800" b="0" i="0" dirty="0">
                <a:effectLst/>
                <a:latin typeface="Menlo"/>
              </a:rPr>
              <a:t>);</a:t>
            </a: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800" b="0" i="0" dirty="0">
                <a:effectLst/>
                <a:latin typeface="Menlo"/>
              </a:rPr>
              <a:t>x &gt;= 2^N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error(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'x must be less than 2^N.'</a:t>
            </a:r>
            <a:r>
              <a:rPr lang="en-US" sz="800" b="0" i="0" dirty="0">
                <a:effectLst/>
                <a:latin typeface="Menlo"/>
              </a:rPr>
              <a:t>);</a:t>
            </a: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x = uint64(x);</a:t>
            </a:r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 err="1">
                <a:effectLst/>
                <a:latin typeface="Menlo"/>
              </a:rPr>
              <a:t>num_groups</a:t>
            </a:r>
            <a:r>
              <a:rPr lang="en-US" sz="800" b="0" i="0" dirty="0">
                <a:effectLst/>
                <a:latin typeface="Menlo"/>
              </a:rPr>
              <a:t> = ceil(N / 2);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P = int64(0);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root = uint64(0);</a:t>
            </a:r>
          </a:p>
          <a:p>
            <a:pPr marL="227013" lvl="1" defTabSz="228600"/>
            <a:r>
              <a:rPr lang="en-US" sz="800" b="0" i="0" dirty="0" err="1">
                <a:effectLst/>
                <a:latin typeface="Menlo"/>
              </a:rPr>
              <a:t>iter</a:t>
            </a:r>
            <a:r>
              <a:rPr lang="en-US" sz="800" b="0" i="0" dirty="0">
                <a:effectLst/>
                <a:latin typeface="Menlo"/>
              </a:rPr>
              <a:t> = 0;</a:t>
            </a:r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'\</a:t>
            </a:r>
            <a:r>
              <a:rPr lang="en-US" sz="800" b="0" i="0" dirty="0" err="1">
                <a:solidFill>
                  <a:srgbClr val="A709F5"/>
                </a:solidFill>
                <a:effectLst/>
                <a:latin typeface="Menlo"/>
              </a:rPr>
              <a:t>nNon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-restoring integer sqrt trace\n'</a:t>
            </a:r>
            <a:r>
              <a:rPr lang="en-US" sz="800" b="0" i="0" dirty="0">
                <a:effectLst/>
                <a:latin typeface="Menlo"/>
              </a:rPr>
              <a:t>);</a:t>
            </a:r>
          </a:p>
          <a:p>
            <a:pPr marL="227013" lvl="1" defTabSz="228600"/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'Input x = %d, N = %d\n\n'</a:t>
            </a:r>
            <a:r>
              <a:rPr lang="en-US" sz="800" b="0" i="0" dirty="0">
                <a:effectLst/>
                <a:latin typeface="Menlo"/>
              </a:rPr>
              <a:t>, x, N);</a:t>
            </a:r>
          </a:p>
          <a:p>
            <a:pPr marL="227013" lvl="1" defTabSz="228600"/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'%5s %8s %8s %12s %12s %12s\n'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800" b="0" i="0" dirty="0" err="1">
                <a:solidFill>
                  <a:srgbClr val="A709F5"/>
                </a:solidFill>
                <a:effectLst/>
                <a:latin typeface="Menlo"/>
              </a:rPr>
              <a:t>Iter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'Group'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'Op'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'F'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'P/rem'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'Q/root'</a:t>
            </a:r>
            <a:r>
              <a:rPr lang="en-US" sz="800" b="0" i="0" dirty="0">
                <a:effectLst/>
                <a:latin typeface="Menlo"/>
              </a:rPr>
              <a:t>);</a:t>
            </a:r>
          </a:p>
          <a:p>
            <a:pPr marL="227013" lvl="1" defTabSz="228600"/>
            <a:r>
              <a:rPr lang="en-US" sz="800" b="0" i="0" dirty="0" err="1">
                <a:effectLst/>
                <a:latin typeface="Menlo"/>
              </a:rPr>
              <a:t>fprintf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'%5s %8s %8s %12s %12s %12s\n'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'----'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'-----'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'--'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'-'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'-----'</a:t>
            </a:r>
            <a:r>
              <a:rPr lang="en-US" sz="800" b="0" i="0" dirty="0">
                <a:effectLst/>
                <a:latin typeface="Menlo"/>
              </a:rPr>
              <a:t>,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'------'</a:t>
            </a:r>
            <a:r>
              <a:rPr lang="en-US" sz="800" b="0" i="0" dirty="0">
                <a:effectLst/>
                <a:latin typeface="Menlo"/>
              </a:rPr>
              <a:t>);</a:t>
            </a:r>
          </a:p>
          <a:p>
            <a:pPr marL="227013" lvl="1" defTabSz="228600"/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sz="800" b="0" i="0" dirty="0">
                <a:effectLst/>
                <a:latin typeface="Menlo"/>
              </a:rPr>
              <a:t>k = num_groups-1 : -1 : 0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</a:t>
            </a:r>
            <a:r>
              <a:rPr lang="en-US" sz="800" b="0" i="0" dirty="0" err="1">
                <a:effectLst/>
                <a:latin typeface="Menlo"/>
              </a:rPr>
              <a:t>iter</a:t>
            </a:r>
            <a:r>
              <a:rPr lang="en-US" sz="800" b="0" i="0" dirty="0">
                <a:effectLst/>
                <a:latin typeface="Menlo"/>
              </a:rPr>
              <a:t> = </a:t>
            </a:r>
            <a:r>
              <a:rPr lang="en-US" sz="800" b="0" i="0" dirty="0" err="1">
                <a:effectLst/>
                <a:latin typeface="Menlo"/>
              </a:rPr>
              <a:t>iter</a:t>
            </a:r>
            <a:r>
              <a:rPr lang="en-US" sz="800" b="0" i="0" dirty="0">
                <a:effectLst/>
                <a:latin typeface="Menlo"/>
              </a:rPr>
              <a:t> + 1;</a:t>
            </a:r>
            <a:br>
              <a:rPr lang="en-US" sz="800" b="0" i="0" dirty="0">
                <a:effectLst/>
                <a:latin typeface="Menlo"/>
              </a:rPr>
            </a:br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</a:t>
            </a:r>
            <a:r>
              <a:rPr lang="en-US" sz="800" b="0" i="0" dirty="0" err="1">
                <a:effectLst/>
                <a:latin typeface="Menlo"/>
              </a:rPr>
              <a:t>shift_amt</a:t>
            </a:r>
            <a:r>
              <a:rPr lang="en-US" sz="800" b="0" i="0" dirty="0">
                <a:effectLst/>
                <a:latin typeface="Menlo"/>
              </a:rPr>
              <a:t> = 2 * k;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next2 = </a:t>
            </a:r>
            <a:r>
              <a:rPr lang="en-US" sz="800" b="0" i="0" dirty="0" err="1">
                <a:effectLst/>
                <a:latin typeface="Menlo"/>
              </a:rPr>
              <a:t>bitand</a:t>
            </a:r>
            <a:r>
              <a:rPr lang="en-US" sz="800" b="0" i="0" dirty="0">
                <a:effectLst/>
                <a:latin typeface="Menlo"/>
              </a:rPr>
              <a:t>(</a:t>
            </a:r>
            <a:r>
              <a:rPr lang="en-US" sz="800" b="0" i="0" dirty="0" err="1">
                <a:effectLst/>
                <a:latin typeface="Menlo"/>
              </a:rPr>
              <a:t>bitshift</a:t>
            </a:r>
            <a:r>
              <a:rPr lang="en-US" sz="800" b="0" i="0" dirty="0">
                <a:effectLst/>
                <a:latin typeface="Menlo"/>
              </a:rPr>
              <a:t>(x, -</a:t>
            </a:r>
            <a:r>
              <a:rPr lang="en-US" sz="800" b="0" i="0" dirty="0" err="1">
                <a:effectLst/>
                <a:latin typeface="Menlo"/>
              </a:rPr>
              <a:t>shift_amt</a:t>
            </a:r>
            <a:r>
              <a:rPr lang="en-US" sz="800" b="0" i="0" dirty="0">
                <a:effectLst/>
                <a:latin typeface="Menlo"/>
              </a:rPr>
              <a:t>), uint64(3));</a:t>
            </a:r>
          </a:p>
          <a:p>
            <a:pPr marL="227013" lvl="1" defTabSz="228600"/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P = </a:t>
            </a:r>
            <a:r>
              <a:rPr lang="en-US" sz="800" b="0" i="0" dirty="0" err="1">
                <a:effectLst/>
                <a:latin typeface="Menlo"/>
              </a:rPr>
              <a:t>bitshift</a:t>
            </a:r>
            <a:r>
              <a:rPr lang="en-US" sz="800" b="0" i="0" dirty="0">
                <a:effectLst/>
                <a:latin typeface="Menlo"/>
              </a:rPr>
              <a:t>(P, 2) + int64(next2);</a:t>
            </a:r>
          </a:p>
          <a:p>
            <a:pPr marL="227013" lvl="1" defTabSz="228600"/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	if </a:t>
            </a:r>
            <a:r>
              <a:rPr lang="en-US" sz="800" b="0" i="0" dirty="0">
                <a:effectLst/>
                <a:latin typeface="Menlo"/>
              </a:rPr>
              <a:t>P &gt;= 0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	F = int64(</a:t>
            </a:r>
            <a:r>
              <a:rPr lang="en-US" sz="800" b="0" i="0" dirty="0" err="1">
                <a:effectLst/>
                <a:latin typeface="Menlo"/>
              </a:rPr>
              <a:t>bitshift</a:t>
            </a:r>
            <a:r>
              <a:rPr lang="en-US" sz="800" b="0" i="0" dirty="0">
                <a:effectLst/>
                <a:latin typeface="Menlo"/>
              </a:rPr>
              <a:t>(root, 2) + uint64(1));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	P = P - F;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	op =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"SUB"</a:t>
            </a:r>
            <a:r>
              <a:rPr lang="en-US" sz="800" b="0" i="0" dirty="0">
                <a:effectLst/>
                <a:latin typeface="Menlo"/>
              </a:rPr>
              <a:t>;</a:t>
            </a: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	else</a:t>
            </a:r>
            <a:endParaRPr lang="en-US" sz="800" b="0" i="0" dirty="0">
              <a:effectLst/>
              <a:latin typeface="Menlo"/>
            </a:endParaRP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	F = int64(</a:t>
            </a:r>
            <a:r>
              <a:rPr lang="en-US" sz="800" b="0" i="0" dirty="0" err="1">
                <a:effectLst/>
                <a:latin typeface="Menlo"/>
              </a:rPr>
              <a:t>bitshift</a:t>
            </a:r>
            <a:r>
              <a:rPr lang="en-US" sz="800" b="0" i="0" dirty="0">
                <a:effectLst/>
                <a:latin typeface="Menlo"/>
              </a:rPr>
              <a:t>(root, 2) + uint64(3));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	P = P + F;</a:t>
            </a:r>
          </a:p>
          <a:p>
            <a:pPr marL="227013" lvl="1" defTabSz="228600"/>
            <a:r>
              <a:rPr lang="en-US" sz="800" b="0" i="0" dirty="0">
                <a:effectLst/>
                <a:latin typeface="Menlo"/>
              </a:rPr>
              <a:t>			op = </a:t>
            </a:r>
            <a:r>
              <a:rPr lang="en-US" sz="800" b="0" i="0" dirty="0">
                <a:solidFill>
                  <a:srgbClr val="A709F5"/>
                </a:solidFill>
                <a:effectLst/>
                <a:latin typeface="Menlo"/>
              </a:rPr>
              <a:t>"ADD"</a:t>
            </a:r>
            <a:r>
              <a:rPr lang="en-US" sz="800" b="0" i="0" dirty="0">
                <a:effectLst/>
                <a:latin typeface="Menlo"/>
              </a:rPr>
              <a:t>;</a:t>
            </a:r>
          </a:p>
          <a:p>
            <a:pPr marL="227013" lvl="1" defTabSz="228600"/>
            <a:r>
              <a:rPr lang="en-US" sz="800" b="0" i="0" dirty="0">
                <a:solidFill>
                  <a:srgbClr val="0E00FF"/>
                </a:solidFill>
                <a:effectLst/>
                <a:latin typeface="Menlo"/>
              </a:rPr>
              <a:t>		end</a:t>
            </a:r>
            <a:endParaRPr lang="en-US" sz="8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53255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8645FA-96BD-4219-AB7C-A718E421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SQRT RTL Module Simulation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07E442-319A-4923-95DE-2CFF4C3B7FAF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705644" y="1967455"/>
            <a:ext cx="10780712" cy="3017837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1853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8167B3-08D1-4853-9309-9564C2E9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SQRT MATLAB – RTL Comparison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13CBD68-81AB-4013-A788-DB022A330FC4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699554" y="1146969"/>
            <a:ext cx="6932613" cy="4564062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D98048-F1D4-440C-ADB8-3F3B0A4AC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921" y="1146969"/>
            <a:ext cx="3835582" cy="1341032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2501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D7DD9A-FFBF-4F8A-ADC9-33CEB1A0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SQRT Module – Static Timing Analysis (STA)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E2EF54-D4A1-4B1D-8D78-E36C7403FD45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2619037" y="1339985"/>
            <a:ext cx="6953925" cy="3765073"/>
          </a:xfrm>
          <a:prstGeom prst="rect">
            <a:avLst/>
          </a:prstGeom>
          <a:ln w="28575">
            <a:solidFill>
              <a:schemeClr val="bg2">
                <a:lumMod val="75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C9C72C-CDBF-4F21-BCB9-864B4A882552}"/>
                  </a:ext>
                </a:extLst>
              </p:cNvPr>
              <p:cNvSpPr txBox="1"/>
              <p:nvPr/>
            </p:nvSpPr>
            <p:spPr>
              <a:xfrm>
                <a:off x="711893" y="5419904"/>
                <a:ext cx="10221150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𝑀𝑎𝑥𝑖𝑚𝑢𝑚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𝑎𝑐h𝑖𝑒𝑣𝑎𝑏𝑙𝑒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𝑐𝑙𝑜𝑐𝑘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𝐹𝑟𝑒𝑞𝑢𝑒𝑛𝑐𝑦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𝑐𝑙𝑜𝑐𝑘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𝑐𝑜𝑛𝑠𝑡𝑟𝑎𝑖𝑛𝑡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𝑊𝑁𝑆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10 −4.579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=184.5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𝑀𝐻𝑧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C9C72C-CDBF-4F21-BCB9-864B4A882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93" y="5419904"/>
                <a:ext cx="10221150" cy="612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109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3D9FE8-3014-4592-92FD-811AA9F4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 on the Nexys A7 FPGA board – SQRT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3D0E58-2825-42FD-8788-CE40A4084040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3357557" y="2095830"/>
            <a:ext cx="5476875" cy="11477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3E47F4-8BC0-4E37-8BC0-DEAE9EF9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56" y="4135658"/>
            <a:ext cx="5476875" cy="11433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9838A9-E592-4301-BFE5-A97C42DDD254}"/>
              </a:ext>
            </a:extLst>
          </p:cNvPr>
          <p:cNvSpPr txBox="1"/>
          <p:nvPr/>
        </p:nvSpPr>
        <p:spPr>
          <a:xfrm>
            <a:off x="859620" y="1425897"/>
            <a:ext cx="337527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134E8-C0D0-4A00-AA63-666C82280B85}"/>
              </a:ext>
            </a:extLst>
          </p:cNvPr>
          <p:cNvSpPr txBox="1"/>
          <p:nvPr/>
        </p:nvSpPr>
        <p:spPr>
          <a:xfrm>
            <a:off x="859620" y="3475462"/>
            <a:ext cx="337527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Percentage (%)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F0F056-5FFA-4BB6-9A71-A95B64F4F1E8}"/>
              </a:ext>
            </a:extLst>
          </p:cNvPr>
          <p:cNvSpPr/>
          <p:nvPr/>
        </p:nvSpPr>
        <p:spPr>
          <a:xfrm>
            <a:off x="859618" y="1791140"/>
            <a:ext cx="10780553" cy="113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982AD0-E1BC-429F-98B7-64F164E678E4}"/>
              </a:ext>
            </a:extLst>
          </p:cNvPr>
          <p:cNvSpPr/>
          <p:nvPr/>
        </p:nvSpPr>
        <p:spPr>
          <a:xfrm>
            <a:off x="859619" y="3836616"/>
            <a:ext cx="10780553" cy="113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51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2902-F443-487B-B24F-ABF2522E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Performance Comparison – LOG2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4DD8B-46EE-4CDB-B35E-88580B75F3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RISCV Architecture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FPGA Implementation of LOG2 and 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Comparison between application specific module and standard RV32IM computation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LOG2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Plan and Future Efforts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343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C41531-33A6-43A6-B65C-9BE38D29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Testcase – SW2SEVENSEG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0FC9D-2B2C-4E15-82C3-6DA7F650D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" y="1119940"/>
            <a:ext cx="8519898" cy="4618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D5B1F-4BBA-4861-A337-7ABF67D50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319" y="1119940"/>
            <a:ext cx="3985605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1C8-101B-4D89-8B80-F4FC68B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LOG2 target module ( Top Level 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A59699-4FC7-469B-90F8-1CAA59240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2" y="1178510"/>
            <a:ext cx="10780553" cy="491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31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1C8-101B-4D89-8B80-F4FC68B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LOG2 target module (LOG2 entity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443F0-AE03-4A3C-897D-971A3290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2" y="3031621"/>
            <a:ext cx="10780553" cy="79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36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1C8-101B-4D89-8B80-F4FC68B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LOG2 target module ( Register File)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85442F-5784-4A0B-96F5-A00672A0C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23" y="2535155"/>
            <a:ext cx="10780553" cy="135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81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1C8-101B-4D89-8B80-F4FC68B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Assembly Implementation of LOG2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BBA22-DAF0-925B-4982-71D4AA353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" y="1152525"/>
            <a:ext cx="4288454" cy="4908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52D5B0-DFFD-2322-D221-CBA98B8BB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028" y="1152525"/>
            <a:ext cx="1219370" cy="3496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AFE6E0-8C65-DBAE-5D78-35A12F067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503" y="1152525"/>
            <a:ext cx="2646369" cy="516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686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1C8-101B-4D89-8B80-F4FC68B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RV32IM LOG2 Computation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0476FE-1BF1-4FB4-A143-8DC7721F3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" y="1412205"/>
            <a:ext cx="10780553" cy="2933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A025BA-F9E3-4F5D-9A60-1EF1AD553CBC}"/>
                  </a:ext>
                </a:extLst>
              </p:cNvPr>
              <p:cNvSpPr txBox="1"/>
              <p:nvPr/>
            </p:nvSpPr>
            <p:spPr>
              <a:xfrm>
                <a:off x="4912532" y="4575085"/>
                <a:ext cx="2492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𝑐𝑒𝑖𝑙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2(21845)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A025BA-F9E3-4F5D-9A60-1EF1AD553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532" y="4575085"/>
                <a:ext cx="2492798" cy="276999"/>
              </a:xfrm>
              <a:prstGeom prst="rect">
                <a:avLst/>
              </a:prstGeom>
              <a:blipFill>
                <a:blip r:embed="rId3"/>
                <a:stretch>
                  <a:fillRect l="-1467" r="-1467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1E0D57-0018-4F64-A33A-383F0E705EF6}"/>
                  </a:ext>
                </a:extLst>
              </p:cNvPr>
              <p:cNvSpPr txBox="1"/>
              <p:nvPr/>
            </p:nvSpPr>
            <p:spPr>
              <a:xfrm>
                <a:off x="4505754" y="4894325"/>
                <a:ext cx="33063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𝐶𝑜𝑚𝑝𝑢𝑡𝑎𝑡𝑖𝑜𝑛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≈60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𝑐𝑦𝑐𝑙𝑒𝑠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1E0D57-0018-4F64-A33A-383F0E705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754" y="4894325"/>
                <a:ext cx="3306353" cy="276999"/>
              </a:xfrm>
              <a:prstGeom prst="rect">
                <a:avLst/>
              </a:prstGeom>
              <a:blipFill>
                <a:blip r:embed="rId4"/>
                <a:stretch>
                  <a:fillRect l="-921" r="-921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A90A69-9AA5-45C5-AC3A-5A24F352CD19}"/>
                  </a:ext>
                </a:extLst>
              </p:cNvPr>
              <p:cNvSpPr txBox="1"/>
              <p:nvPr/>
            </p:nvSpPr>
            <p:spPr>
              <a:xfrm>
                <a:off x="4912532" y="5523313"/>
                <a:ext cx="2492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𝑐𝑒𝑖𝑙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2(43690)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A90A69-9AA5-45C5-AC3A-5A24F352C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532" y="5523313"/>
                <a:ext cx="2492798" cy="276999"/>
              </a:xfrm>
              <a:prstGeom prst="rect">
                <a:avLst/>
              </a:prstGeom>
              <a:blipFill>
                <a:blip r:embed="rId5"/>
                <a:stretch>
                  <a:fillRect l="-1467" r="-1222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FA6189-9861-4A20-BEFB-5401DED13628}"/>
                  </a:ext>
                </a:extLst>
              </p:cNvPr>
              <p:cNvSpPr txBox="1"/>
              <p:nvPr/>
            </p:nvSpPr>
            <p:spPr>
              <a:xfrm>
                <a:off x="4505754" y="5914773"/>
                <a:ext cx="32550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𝐶𝑜𝑚𝑝𝑢𝑡𝑎𝑡𝑖𝑜𝑛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≈64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𝑐𝑦𝑐𝑙𝑒𝑠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FA6189-9861-4A20-BEFB-5401DED13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754" y="5914773"/>
                <a:ext cx="3255058" cy="276999"/>
              </a:xfrm>
              <a:prstGeom prst="rect">
                <a:avLst/>
              </a:prstGeom>
              <a:blipFill>
                <a:blip r:embed="rId6"/>
                <a:stretch>
                  <a:fillRect l="-1873" r="-1873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757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AD97-0252-4FC9-AC6B-6CC39CBF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B26AD3E-7A01-4A05-A869-3E94EF54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92658"/>
              </p:ext>
            </p:extLst>
          </p:nvPr>
        </p:nvGraphicFramePr>
        <p:xfrm>
          <a:off x="2031999" y="14054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5789446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54893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Estimated Latency (# clocks)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07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FPGA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71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RV32IM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 4 x N (N = bit-width)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82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886423-F1EF-4F2C-A1E4-39ACF5E51B6F}"/>
                  </a:ext>
                </a:extLst>
              </p:cNvPr>
              <p:cNvSpPr txBox="1"/>
              <p:nvPr/>
            </p:nvSpPr>
            <p:spPr>
              <a:xfrm>
                <a:off x="1424239" y="3023084"/>
                <a:ext cx="9343520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𝑆𝑜𝑓𝑡𝑤𝑎𝑟𝑒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𝑙𝑎𝑡𝑒𝑛𝑐𝑦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𝐻𝑎𝑟𝑑𝑤𝑎𝑟𝑒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𝑙𝑎𝑡𝑒𝑛𝑐𝑦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𝑚𝑖𝑛𝑖𝑚𝑢𝑚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#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𝑟𝑒𝑝𝑟𝑒𝑠𝑒𝑛𝑡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𝑖𝑛𝑝𝑢𝑡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886423-F1EF-4F2C-A1E4-39ACF5E51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239" y="3023084"/>
                <a:ext cx="9343520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C5E41DF-B15C-4FFD-97B8-F2D4F605A323}"/>
              </a:ext>
            </a:extLst>
          </p:cNvPr>
          <p:cNvSpPr txBox="1"/>
          <p:nvPr/>
        </p:nvSpPr>
        <p:spPr>
          <a:xfrm>
            <a:off x="711893" y="4340015"/>
            <a:ext cx="10780553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software implementation of the log₂ operation has latency that scales with the magnitude (or bit-width)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the input value. Specifically, the algorithm repeatedly shifts the input right until it becomes zero,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requiring up to N iterations for an N-bit operand in the worst case.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Therefore, the execution time increases linearly with input size.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contrast, the custom FPGA implementation computes log₂ using a leading-one detector,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resulting in a fixed and constant latency independent of the input value.</a:t>
            </a:r>
          </a:p>
        </p:txBody>
      </p:sp>
    </p:spTree>
    <p:extLst>
      <p:ext uri="{BB962C8B-B14F-4D97-AF65-F5344CB8AC3E}">
        <p14:creationId xmlns:p14="http://schemas.microsoft.com/office/powerpoint/2010/main" val="3051158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2902-F443-487B-B24F-ABF2522E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Performance Comparison – SQRT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4DD8B-46EE-4CDB-B35E-88580B75F3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RISCV Architecture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FPGA Implementation of LOG2 and 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Comparison between application specific module and standard RV32IM computation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LOG2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Plan and Future Efforts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643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C87E-6BCB-4211-858E-A5EF34987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Testcase – SW2SEVENSEG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68ED9C-54BC-4D0E-8E99-1F5C3BA5F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" y="1142802"/>
            <a:ext cx="8466554" cy="45723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E961AB-8FC5-4735-9EDF-453F870B5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9559" y="1142802"/>
            <a:ext cx="3231160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84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1C8-101B-4D89-8B80-F4FC68B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SQRT target module ( Top Level 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340DA-B4A1-4B7C-BA84-B7283D3A3E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FC529-58F7-4CB6-B363-BCDFAC40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" y="1039439"/>
            <a:ext cx="10780553" cy="535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30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1C8-101B-4D89-8B80-F4FC68B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SQRT target module ( SQRT entity 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7456EB-87A9-45D9-BB50-014EC763B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8" y="2400778"/>
            <a:ext cx="11704983" cy="205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35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1C8-101B-4D89-8B80-F4FC68B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SQRT target module ( Register File)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19D0A0-69BE-4323-9C44-BF2FFD25E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" y="1183872"/>
            <a:ext cx="10780554" cy="44902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EF19B2-4116-458E-8A79-311B44D79B5F}"/>
                  </a:ext>
                </a:extLst>
              </p:cNvPr>
              <p:cNvSpPr txBox="1"/>
              <p:nvPr/>
            </p:nvSpPr>
            <p:spPr>
              <a:xfrm>
                <a:off x="3133843" y="5854466"/>
                <a:ext cx="559088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𝐶𝑜𝑚𝑝𝑢𝑡𝑎𝑡𝑖𝑜𝑛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=380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380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=19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𝑐𝑙𝑜𝑐𝑘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𝑐𝑦𝑐𝑙𝑒𝑠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EF19B2-4116-458E-8A79-311B44D79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843" y="5854466"/>
                <a:ext cx="5590889" cy="520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6025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2CF6-4FF0-4C83-BB32-11CB38C89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SQRT Non-Restoring Square Root Algorithm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50E9F6-4FBB-4208-913B-8BCED98D9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434" y="1167387"/>
            <a:ext cx="3865131" cy="5153508"/>
          </a:xfrm>
          <a:prstGeom prst="rect">
            <a:avLst/>
          </a:prstGeom>
          <a:ln w="285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4423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AF26-2E78-49FE-A457-39CC0102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Assembly Implementation of Non-restoring SQRT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AA76CB-3D48-44E6-94E2-DBBB11F3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" y="1185914"/>
            <a:ext cx="2772391" cy="42372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A3AEC4-4D58-4090-9717-2D1D71659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124" y="1185914"/>
            <a:ext cx="3234192" cy="42372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B08C14-CDE1-4622-B288-4EB93B5AB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156" y="1185914"/>
            <a:ext cx="2816365" cy="42372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A287C2-3430-4FF1-B049-C49190DAE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7995" y="971008"/>
            <a:ext cx="665636" cy="53320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3B08D2-98B4-4F66-AD7F-36AAD7F54C31}"/>
              </a:ext>
            </a:extLst>
          </p:cNvPr>
          <p:cNvSpPr txBox="1"/>
          <p:nvPr/>
        </p:nvSpPr>
        <p:spPr>
          <a:xfrm>
            <a:off x="711893" y="5659167"/>
            <a:ext cx="9014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Note: This implementation is a simplified version. It does not include the final remainder correction.</a:t>
            </a:r>
          </a:p>
        </p:txBody>
      </p:sp>
    </p:spTree>
    <p:extLst>
      <p:ext uri="{BB962C8B-B14F-4D97-AF65-F5344CB8AC3E}">
        <p14:creationId xmlns:p14="http://schemas.microsoft.com/office/powerpoint/2010/main" val="4092705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1C8-101B-4D89-8B80-F4FC68B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RV32IM SQRT Computation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16903-3E62-44CC-87F4-67FC83B28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" y="1315419"/>
            <a:ext cx="10992678" cy="1185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E1DB6F-3196-4EE8-AC92-00DDAB536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93" y="3698997"/>
            <a:ext cx="10992678" cy="1185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8048B0-71ED-48FF-94BB-336A87EF3485}"/>
                  </a:ext>
                </a:extLst>
              </p:cNvPr>
              <p:cNvSpPr txBox="1"/>
              <p:nvPr/>
            </p:nvSpPr>
            <p:spPr>
              <a:xfrm>
                <a:off x="4929751" y="2612656"/>
                <a:ext cx="2332497" cy="337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𝐹𝑙𝑜𝑜𝑟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21845</m:t>
                              </m:r>
                            </m:e>
                          </m:ra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=147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8048B0-71ED-48FF-94BB-336A87EF3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751" y="2612656"/>
                <a:ext cx="2332497" cy="337465"/>
              </a:xfrm>
              <a:prstGeom prst="rect">
                <a:avLst/>
              </a:prstGeom>
              <a:blipFill>
                <a:blip r:embed="rId4"/>
                <a:stretch>
                  <a:fillRect l="-1571" r="-1571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9772C-394D-42B2-8F85-C88DC79A42BA}"/>
                  </a:ext>
                </a:extLst>
              </p:cNvPr>
              <p:cNvSpPr txBox="1"/>
              <p:nvPr/>
            </p:nvSpPr>
            <p:spPr>
              <a:xfrm>
                <a:off x="4904103" y="5205116"/>
                <a:ext cx="2332498" cy="331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𝐹𝑙𝑜𝑜𝑟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43690</m:t>
                              </m:r>
                            </m:e>
                          </m:ra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9772C-394D-42B2-8F85-C88DC79A4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103" y="5205116"/>
                <a:ext cx="2332498" cy="331886"/>
              </a:xfrm>
              <a:prstGeom prst="rect">
                <a:avLst/>
              </a:prstGeom>
              <a:blipFill>
                <a:blip r:embed="rId5"/>
                <a:stretch>
                  <a:fillRect l="-1567" r="-1567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664A4A-D596-4F4D-AB78-0495E4CBD0F1}"/>
                  </a:ext>
                </a:extLst>
              </p:cNvPr>
              <p:cNvSpPr txBox="1"/>
              <p:nvPr/>
            </p:nvSpPr>
            <p:spPr>
              <a:xfrm>
                <a:off x="3246075" y="3061570"/>
                <a:ext cx="5924314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𝐶𝑜𝑚𝑝𝑢𝑡𝑎𝑡𝑖𝑜𝑛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5000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𝑐𝑙𝑜𝑐𝑘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𝑐𝑦𝑐𝑙𝑒𝑠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664A4A-D596-4F4D-AB78-0495E4CBD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075" y="3061570"/>
                <a:ext cx="5924314" cy="5259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8C9EE-A6FE-491D-8E4A-D2ECE7FDCDC9}"/>
                  </a:ext>
                </a:extLst>
              </p:cNvPr>
              <p:cNvSpPr txBox="1"/>
              <p:nvPr/>
            </p:nvSpPr>
            <p:spPr>
              <a:xfrm>
                <a:off x="3246075" y="5594344"/>
                <a:ext cx="5924314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𝐶𝑜𝑚𝑝𝑢𝑡𝑎𝑡𝑖𝑜𝑛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5000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𝑐𝑙𝑜𝑐𝑘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𝑐𝑦𝑐𝑙𝑒𝑠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8C9EE-A6FE-491D-8E4A-D2ECE7FDC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075" y="5594344"/>
                <a:ext cx="5924314" cy="5259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3597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AD97-0252-4FC9-AC6B-6CC39CBF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B26AD3E-7A01-4A05-A869-3E94EF54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89569"/>
              </p:ext>
            </p:extLst>
          </p:nvPr>
        </p:nvGraphicFramePr>
        <p:xfrm>
          <a:off x="2031999" y="14054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5789446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54893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Estimated Latency (# clocks)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07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FPGA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71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RV32IM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82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886423-F1EF-4F2C-A1E4-39ACF5E51B6F}"/>
                  </a:ext>
                </a:extLst>
              </p:cNvPr>
              <p:cNvSpPr txBox="1"/>
              <p:nvPr/>
            </p:nvSpPr>
            <p:spPr>
              <a:xfrm>
                <a:off x="4108286" y="3023084"/>
                <a:ext cx="4096314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𝑆𝑜𝑓𝑡𝑤𝑎𝑟𝑒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𝑙𝑎𝑡𝑒𝑛𝑐𝑦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𝐻𝑎𝑟𝑑𝑤𝑎𝑟𝑒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𝑙𝑎𝑡𝑒𝑛𝑐𝑦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13.2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886423-F1EF-4F2C-A1E4-39ACF5E51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286" y="3023084"/>
                <a:ext cx="4096314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C5E41DF-B15C-4FFD-97B8-F2D4F605A323}"/>
              </a:ext>
            </a:extLst>
          </p:cNvPr>
          <p:cNvSpPr txBox="1"/>
          <p:nvPr/>
        </p:nvSpPr>
        <p:spPr>
          <a:xfrm>
            <a:off x="1113000" y="4016849"/>
            <a:ext cx="9965998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square root latency scales linearly with operand bit-width (≈ N/2 iterations for an N-bit input),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whereas the FPGA module has fixed latency, leading to increasing speedup for larger inputs.</a:t>
            </a:r>
          </a:p>
        </p:txBody>
      </p:sp>
    </p:spTree>
    <p:extLst>
      <p:ext uri="{BB962C8B-B14F-4D97-AF65-F5344CB8AC3E}">
        <p14:creationId xmlns:p14="http://schemas.microsoft.com/office/powerpoint/2010/main" val="40733151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2902-F443-487B-B24F-ABF2522E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Plan &amp; Future Efforts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9A91A19-7B9E-49F4-B0A4-660E858F82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22913" y="2171700"/>
            <a:ext cx="6243637" cy="37401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RISCV Architecture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FPGA Implementation of LOG2 and 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Performance Comparison between application specific module and standard RV32IM computation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LOG2</a:t>
            </a:r>
          </a:p>
          <a:p>
            <a:pPr marL="1100648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SQRT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Plan and Future Efforts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2768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80CC-BAF6-469F-984E-2AD012A0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and Future Efforts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93448B-D8C1-40F1-B465-EA0A0F89A3D7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711893" y="1217265"/>
            <a:ext cx="1101518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Compiler Integration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</a:rPr>
              <a:t>sqrt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</a:rPr>
              <a:t>log2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support to compiler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intrinsics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auto-generation from C/C++)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Fixed-Point Support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Extend from integer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fixed-point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arithmetic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DSP/real-world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Pipeline &amp; Hardware Optimization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multi-cycle handling (stall/forwarding)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Optimize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datapath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timing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Scalability &amp; Extensions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 wider bit-widths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Explore additional custom math instructions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721521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96E15C-28FB-44BF-92B5-41202B1EA9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900D4D-459D-4A4B-91B2-CD986536E032}"/>
              </a:ext>
            </a:extLst>
          </p:cNvPr>
          <p:cNvSpPr txBox="1">
            <a:spLocks noGrp="1"/>
          </p:cNvSpPr>
          <p:nvPr>
            <p:ph type="body" sz="quarter" idx="16"/>
          </p:nvPr>
        </p:nvSpPr>
        <p:spPr>
          <a:xfrm>
            <a:off x="536575" y="2149475"/>
            <a:ext cx="11118850" cy="16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Repository: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https://github.com/yzhou276/Computer-Architecture-Project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76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4CF4E5-D459-47C7-8CEE-F730DFB4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6A99F-C37D-43EA-B955-C40143266C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0" dirty="0">
                <a:solidFill>
                  <a:srgbClr val="BBBEBF"/>
                </a:solidFill>
                <a:effectLst/>
              </a:rPr>
              <a:t>[</a:t>
            </a:r>
            <a:r>
              <a:rPr lang="en-US" b="0" dirty="0">
                <a:solidFill>
                  <a:srgbClr val="A5D6FF"/>
                </a:solidFill>
                <a:effectLst/>
              </a:rPr>
              <a:t>An Efficient Implementation of the Non-Restoring Square Root Algorithm in Gate Level</a:t>
            </a:r>
            <a:r>
              <a:rPr lang="en-US" b="0" dirty="0">
                <a:solidFill>
                  <a:srgbClr val="BBBEBF"/>
                </a:solidFill>
                <a:effectLst/>
              </a:rPr>
              <a:t>](</a:t>
            </a:r>
            <a:r>
              <a:rPr lang="en-US" b="0" u="sng" dirty="0">
                <a:solidFill>
                  <a:srgbClr val="BBBEBF"/>
                </a:solidFill>
                <a:effectLst/>
              </a:rPr>
              <a:t>https://www.ijcte.org/papers/281-G850.pdf</a:t>
            </a:r>
            <a:r>
              <a:rPr lang="en-US" b="0" dirty="0">
                <a:solidFill>
                  <a:srgbClr val="BBBEBF"/>
                </a:solidFill>
                <a:effectLst/>
              </a:rPr>
              <a:t>)</a:t>
            </a:r>
          </a:p>
          <a:p>
            <a:r>
              <a:rPr lang="en-US" b="0" dirty="0">
                <a:solidFill>
                  <a:srgbClr val="BBBEBF"/>
                </a:solidFill>
                <a:effectLst/>
              </a:rPr>
              <a:t>[</a:t>
            </a:r>
            <a:r>
              <a:rPr lang="en-US" b="0" dirty="0">
                <a:solidFill>
                  <a:srgbClr val="A5D6FF"/>
                </a:solidFill>
                <a:effectLst/>
              </a:rPr>
              <a:t>Parallel-array implementations of a non-restoring square root algorithm</a:t>
            </a:r>
            <a:r>
              <a:rPr lang="en-US" b="0" dirty="0">
                <a:solidFill>
                  <a:srgbClr val="BBBEBF"/>
                </a:solidFill>
                <a:effectLst/>
              </a:rPr>
              <a:t>](</a:t>
            </a:r>
            <a:r>
              <a:rPr lang="en-US" b="0" u="sng" dirty="0">
                <a:solidFill>
                  <a:srgbClr val="BBBEBF"/>
                </a:solidFill>
                <a:effectLst/>
              </a:rPr>
              <a:t>https://ieeexplore.ieee.org/document/628940/metrics#metrics</a:t>
            </a:r>
            <a:r>
              <a:rPr lang="en-US" b="0" dirty="0">
                <a:solidFill>
                  <a:srgbClr val="BBBEBF"/>
                </a:solidFill>
                <a:effectLst/>
              </a:rPr>
              <a:t>)</a:t>
            </a:r>
          </a:p>
          <a:p>
            <a:r>
              <a:rPr lang="en-US" b="0" dirty="0">
                <a:solidFill>
                  <a:srgbClr val="BBBEBF"/>
                </a:solidFill>
                <a:effectLst/>
              </a:rPr>
              <a:t>[</a:t>
            </a:r>
            <a:r>
              <a:rPr lang="en-US" b="0" dirty="0">
                <a:solidFill>
                  <a:srgbClr val="A5D6FF"/>
                </a:solidFill>
                <a:effectLst/>
              </a:rPr>
              <a:t>Non-Restoring Algorithm for Square Root</a:t>
            </a:r>
            <a:r>
              <a:rPr lang="en-US" b="0" dirty="0">
                <a:solidFill>
                  <a:srgbClr val="BBBEBF"/>
                </a:solidFill>
                <a:effectLst/>
              </a:rPr>
              <a:t>](</a:t>
            </a:r>
            <a:r>
              <a:rPr lang="en-US" b="0" u="sng" dirty="0">
                <a:solidFill>
                  <a:srgbClr val="BBBEBF"/>
                </a:solidFill>
                <a:effectLst/>
              </a:rPr>
              <a:t>https://digitalsystemdesign.in/non-restoring-algorithm-for-square-root/?srsltid=AfmBOooe-J1mTJxCGnhCMuo_kYEsorPiwPaaQxmiC2l5sYe-qcwxKrWD</a:t>
            </a:r>
            <a:endParaRPr lang="en-US" b="0" dirty="0">
              <a:solidFill>
                <a:srgbClr val="BBBEB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13215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6AE6-F5DD-429B-95F7-5117F948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23262"/>
      </p:ext>
    </p:extLst>
  </p:cSld>
  <p:clrMapOvr>
    <a:masterClrMapping/>
  </p:clrMapOvr>
</p:sld>
</file>

<file path=ppt/theme/theme1.xml><?xml version="1.0" encoding="utf-8"?>
<a:theme xmlns:a="http://schemas.openxmlformats.org/drawingml/2006/main" name="EP Presentation Theme - Simple">
  <a:themeElements>
    <a:clrScheme name="JHU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7D8"/>
      </a:accent1>
      <a:accent2>
        <a:srgbClr val="008767"/>
      </a:accent2>
      <a:accent3>
        <a:srgbClr val="4E97E0"/>
      </a:accent3>
      <a:accent4>
        <a:srgbClr val="CF4520"/>
      </a:accent4>
      <a:accent5>
        <a:srgbClr val="A45C98"/>
      </a:accent5>
      <a:accent6>
        <a:srgbClr val="F1C400"/>
      </a:accent6>
      <a:hlink>
        <a:srgbClr val="0077D8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EB9DFF4-C308-4099-9328-BDE2BA0E8268}" vid="{1F1C88E4-E2F9-47D4-9C6C-81B8E8A79093}"/>
    </a:ext>
  </a:extLst>
</a:theme>
</file>

<file path=ppt/theme/theme2.xml><?xml version="1.0" encoding="utf-8"?>
<a:theme xmlns:a="http://schemas.openxmlformats.org/drawingml/2006/main" name="1_EP Presentation Theme - Fancy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7D8"/>
      </a:accent1>
      <a:accent2>
        <a:srgbClr val="008767"/>
      </a:accent2>
      <a:accent3>
        <a:srgbClr val="4E97E0"/>
      </a:accent3>
      <a:accent4>
        <a:srgbClr val="CF4520"/>
      </a:accent4>
      <a:accent5>
        <a:srgbClr val="A45C98"/>
      </a:accent5>
      <a:accent6>
        <a:srgbClr val="F1C400"/>
      </a:accent6>
      <a:hlink>
        <a:srgbClr val="0077D8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EB9DFF4-C308-4099-9328-BDE2BA0E8268}" vid="{B99843CF-750E-46C6-852D-26B653A04A13}"/>
    </a:ext>
  </a:extLst>
</a:theme>
</file>

<file path=ppt/theme/theme3.xml><?xml version="1.0" encoding="utf-8"?>
<a:theme xmlns:a="http://schemas.openxmlformats.org/drawingml/2006/main" name="2_EP Presentation Theme - Special">
  <a:themeElements>
    <a:clrScheme name="JHU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7D8"/>
      </a:accent1>
      <a:accent2>
        <a:srgbClr val="008767"/>
      </a:accent2>
      <a:accent3>
        <a:srgbClr val="4E97E0"/>
      </a:accent3>
      <a:accent4>
        <a:srgbClr val="CF4520"/>
      </a:accent4>
      <a:accent5>
        <a:srgbClr val="A45C98"/>
      </a:accent5>
      <a:accent6>
        <a:srgbClr val="F1C400"/>
      </a:accent6>
      <a:hlink>
        <a:srgbClr val="0077D8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EB9DFF4-C308-4099-9328-BDE2BA0E8268}" vid="{9E2C4671-E63A-4EB9-8F0A-53B5E9C4942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JHU</Template>
  <TotalTime>3660</TotalTime>
  <Words>2580</Words>
  <Application>Microsoft Office PowerPoint</Application>
  <PresentationFormat>Widescreen</PresentationFormat>
  <Paragraphs>353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60" baseType="lpstr">
      <vt:lpstr>Arial</vt:lpstr>
      <vt:lpstr>Calibri</vt:lpstr>
      <vt:lpstr>Cambria</vt:lpstr>
      <vt:lpstr>Cambria Math</vt:lpstr>
      <vt:lpstr>Consolas</vt:lpstr>
      <vt:lpstr>Courier New</vt:lpstr>
      <vt:lpstr>Menlo</vt:lpstr>
      <vt:lpstr>Roboto</vt:lpstr>
      <vt:lpstr>Source Sans Pro</vt:lpstr>
      <vt:lpstr>Source Serif Pro</vt:lpstr>
      <vt:lpstr>Tahoma</vt:lpstr>
      <vt:lpstr>Times New Roman</vt:lpstr>
      <vt:lpstr>Wingdings</vt:lpstr>
      <vt:lpstr>EP Presentation Theme - Simple</vt:lpstr>
      <vt:lpstr>1_EP Presentation Theme - Fancy</vt:lpstr>
      <vt:lpstr>2_EP Presentation Theme - Special</vt:lpstr>
      <vt:lpstr>Custom Log2 and Square Root ISA Extension  for RISC-V Pipelined  RV32IM with FPGA Acceleration </vt:lpstr>
      <vt:lpstr>Introduction</vt:lpstr>
      <vt:lpstr>Overview</vt:lpstr>
      <vt:lpstr>Square Root Algorithm</vt:lpstr>
      <vt:lpstr>Custom R-type Instruction</vt:lpstr>
      <vt:lpstr>RISCV Architecture Update</vt:lpstr>
      <vt:lpstr>Decode Stage</vt:lpstr>
      <vt:lpstr>Execution Stage</vt:lpstr>
      <vt:lpstr>Execution Stage Code Example</vt:lpstr>
      <vt:lpstr>BLE/BGE Implementation </vt:lpstr>
      <vt:lpstr>Create applications to validate the modules</vt:lpstr>
      <vt:lpstr>FPGA Implementation of LOG2 and SQRT</vt:lpstr>
      <vt:lpstr>FPGA Module Design and Implementation Approach</vt:lpstr>
      <vt:lpstr>LOG2 MATLAB Module</vt:lpstr>
      <vt:lpstr>LOG2 RTL Module Simulation </vt:lpstr>
      <vt:lpstr>LOG2 MATLAB – RTL Comparison</vt:lpstr>
      <vt:lpstr>Resource Utilization on the Nexys A7 FPGA board – LOG2</vt:lpstr>
      <vt:lpstr>SQRT MATLAB Module – Non-restoring Algorithm</vt:lpstr>
      <vt:lpstr>SQRT RTL Module Simulation </vt:lpstr>
      <vt:lpstr>SQRT MATLAB – RTL Comparison</vt:lpstr>
      <vt:lpstr>SQRT Module – Static Timing Analysis (STA)</vt:lpstr>
      <vt:lpstr>Resource Utilization on the Nexys A7 FPGA board – SQRT</vt:lpstr>
      <vt:lpstr>Performance Comparison – LOG2</vt:lpstr>
      <vt:lpstr>Simulation Testcase – SW2SEVENSEG</vt:lpstr>
      <vt:lpstr>Simulation – LOG2 target module ( Top Level )</vt:lpstr>
      <vt:lpstr>Simulation – LOG2 target module (LOG2 entity )</vt:lpstr>
      <vt:lpstr>Simulation – LOG2 target module ( Register File)</vt:lpstr>
      <vt:lpstr>RISC-V Assembly Implementation of LOG2</vt:lpstr>
      <vt:lpstr>Simulation – RV32IM LOG2 Computation</vt:lpstr>
      <vt:lpstr>Comparison</vt:lpstr>
      <vt:lpstr>Performance Comparison – SQRT</vt:lpstr>
      <vt:lpstr>Simulation Testcase – SW2SEVENSEG</vt:lpstr>
      <vt:lpstr>Simulation – SQRT target module ( Top Level )</vt:lpstr>
      <vt:lpstr>Simulation – SQRT target module ( SQRT entity )</vt:lpstr>
      <vt:lpstr>Simulation – SQRT target module ( Register File)</vt:lpstr>
      <vt:lpstr>SQRT Non-Restoring Square Root Algorithm</vt:lpstr>
      <vt:lpstr>RISC-V Assembly Implementation of Non-restoring SQRT</vt:lpstr>
      <vt:lpstr>Simulation – RV32IM SQRT Computation</vt:lpstr>
      <vt:lpstr>Comparison</vt:lpstr>
      <vt:lpstr>Plan &amp; Future Efforts</vt:lpstr>
      <vt:lpstr>Plan and Future Efforts</vt:lpstr>
      <vt:lpstr>PowerPoint Presentation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Zhou, Yuchen</dc:creator>
  <cp:lastModifiedBy>Zhou, Yuchen</cp:lastModifiedBy>
  <cp:revision>16</cp:revision>
  <dcterms:created xsi:type="dcterms:W3CDTF">2026-04-05T02:32:21Z</dcterms:created>
  <dcterms:modified xsi:type="dcterms:W3CDTF">2026-05-05T04:05:28Z</dcterms:modified>
</cp:coreProperties>
</file>